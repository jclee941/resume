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8" r:id="rId1"/>
  </p:sldMasterIdLst>
  <p:notesMasterIdLst>
    <p:notesMasterId r:id="rId4"/>
  </p:notesMasterIdLst>
  <p:handoutMasterIdLst>
    <p:handoutMasterId r:id="rId5"/>
  </p:handoutMasterIdLst>
  <p:sldIdLst>
    <p:sldId id="1792" r:id="rId2"/>
    <p:sldId id="1793" r:id="rId3"/>
  </p:sldIdLst>
  <p:sldSz cx="9906000" cy="6858000" type="A4"/>
  <p:notesSz cx="6807200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32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E5F5"/>
    <a:srgbClr val="F2F2F2"/>
    <a:srgbClr val="081D58"/>
    <a:srgbClr val="CBDFF1"/>
    <a:srgbClr val="BDD3E1"/>
    <a:srgbClr val="256BAB"/>
    <a:srgbClr val="A8C2F6"/>
    <a:srgbClr val="C9EAED"/>
    <a:srgbClr val="AFC7EF"/>
    <a:srgbClr val="A6E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4230C0-9E68-DA50-6DDE-EB1B9EBC8DAA}" v="375" dt="2026-01-02T11:59:27.8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03447BB-5D67-496B-8E87-E561075AD55C}" styleName="어두운 스타일 1 - 강조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89" autoAdjust="0"/>
    <p:restoredTop sz="94833" autoAdjust="0"/>
  </p:normalViewPr>
  <p:slideViewPr>
    <p:cSldViewPr>
      <p:cViewPr varScale="1">
        <p:scale>
          <a:sx n="125" d="100"/>
          <a:sy n="125" d="100"/>
        </p:scale>
        <p:origin x="642" y="90"/>
      </p:cViewPr>
      <p:guideLst/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33" d="100"/>
        <a:sy n="33" d="100"/>
      </p:scale>
      <p:origin x="0" y="0"/>
    </p:cViewPr>
  </p:notesTextViewPr>
  <p:sorterViewPr>
    <p:cViewPr>
      <p:scale>
        <a:sx n="66" d="100"/>
        <a:sy n="66" d="100"/>
      </p:scale>
      <p:origin x="0" y="1862"/>
    </p:cViewPr>
  </p:sorterViewPr>
  <p:notesViewPr>
    <p:cSldViewPr>
      <p:cViewPr varScale="1">
        <p:scale>
          <a:sx n="49" d="100"/>
          <a:sy n="49" d="100"/>
        </p:scale>
        <p:origin x="-1896" y="-96"/>
      </p:cViewPr>
      <p:guideLst>
        <p:guide orient="horz" pos="3132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59584" cy="460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>
            <a:lvl1pPr algn="l" defTabSz="926530" latinLnBrk="1">
              <a:defRPr sz="1200"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2099" y="1"/>
            <a:ext cx="2881741" cy="460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>
            <a:lvl1pPr algn="r" defTabSz="926530" latinLnBrk="1">
              <a:defRPr sz="1200"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157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42214"/>
            <a:ext cx="2959584" cy="460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b" anchorCtr="0" compatLnSpc="1">
            <a:prstTxWarp prst="textNoShape">
              <a:avLst/>
            </a:prstTxWarp>
          </a:bodyPr>
          <a:lstStyle>
            <a:lvl1pPr algn="l" defTabSz="926530" latinLnBrk="1">
              <a:defRPr sz="1200"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157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2099" y="9442214"/>
            <a:ext cx="2881741" cy="460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b" anchorCtr="0" compatLnSpc="1">
            <a:prstTxWarp prst="textNoShape">
              <a:avLst/>
            </a:prstTxWarp>
          </a:bodyPr>
          <a:lstStyle>
            <a:lvl1pPr algn="r" defTabSz="926530" latinLnBrk="1">
              <a:defRPr sz="1200"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pPr>
              <a:defRPr/>
            </a:pPr>
            <a:fld id="{CDAD0EBC-93A7-4D96-A964-314D91BEA570}" type="slidenum">
              <a:rPr lang="en-US" altLang="ko-KR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pPr>
                <a:defRPr/>
              </a:pPr>
              <a:t>‹#›</a:t>
            </a:fld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06434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51640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>
            <a:lvl1pPr algn="l" defTabSz="926913" latinLnBrk="1">
              <a:defRPr sz="1200">
                <a:latin typeface="KoPub돋움체 Light" panose="00000300000000000000" pitchFamily="2" charset="-127"/>
                <a:ea typeface="KoPub돋움체 Light" panose="000003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3973" y="2"/>
            <a:ext cx="2951640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>
            <a:lvl1pPr algn="r" defTabSz="926913" latinLnBrk="1">
              <a:defRPr sz="1200">
                <a:latin typeface="KoPub돋움체 Light" panose="00000300000000000000" pitchFamily="2" charset="-127"/>
                <a:ea typeface="KoPub돋움체 Light" panose="000003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2788" y="746125"/>
            <a:ext cx="5383212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3104" y="4721900"/>
            <a:ext cx="5440994" cy="4470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625"/>
            <a:ext cx="2951640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b" anchorCtr="0" compatLnSpc="1">
            <a:prstTxWarp prst="textNoShape">
              <a:avLst/>
            </a:prstTxWarp>
          </a:bodyPr>
          <a:lstStyle>
            <a:lvl1pPr algn="l" defTabSz="926913" latinLnBrk="1">
              <a:defRPr sz="1200">
                <a:latin typeface="KoPub돋움체 Light" panose="00000300000000000000" pitchFamily="2" charset="-127"/>
                <a:ea typeface="KoPub돋움체 Light" panose="000003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973" y="9440625"/>
            <a:ext cx="2951640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b" anchorCtr="0" compatLnSpc="1">
            <a:prstTxWarp prst="textNoShape">
              <a:avLst/>
            </a:prstTxWarp>
          </a:bodyPr>
          <a:lstStyle>
            <a:lvl1pPr algn="r" defTabSz="926913" latinLnBrk="1">
              <a:defRPr sz="1200">
                <a:latin typeface="KoPub돋움체 Light" panose="00000300000000000000" pitchFamily="2" charset="-127"/>
                <a:ea typeface="KoPub돋움체 Light" panose="00000300000000000000" pitchFamily="2" charset="-127"/>
              </a:defRPr>
            </a:lvl1pPr>
          </a:lstStyle>
          <a:p>
            <a:pPr>
              <a:defRPr/>
            </a:pPr>
            <a:fld id="{EBB6CCC6-2510-45FC-B596-D8A51F92D9E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093175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BB6CCC6-2510-45FC-B596-D8A51F92D9E4}" type="slidenum">
              <a:rPr lang="en-US" altLang="ko-KR" smtClean="0"/>
              <a:pPr>
                <a:defRPr/>
              </a:pPr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82757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제안사 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0647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Ⅰ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돋움체 Medium" pitchFamily="18" charset="-127"/>
                <a:ea typeface="KoPub돋움체 Medium" pitchFamily="18" charset="-127"/>
                <a:cs typeface="+mn-cs"/>
              </a:rPr>
              <a:t>-</a:t>
            </a:r>
            <a:fld id="{D1FFE253-D2E5-450B-BF9A-62D5F1FC4504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돋움체 Medium" pitchFamily="18" charset="-127"/>
                <a:ea typeface="KoPub돋움체 Medium" pitchFamily="18" charset="-127"/>
                <a:cs typeface="+mn-cs"/>
              </a:rPr>
              <a:pPr marL="0" marR="0" lvl="0" indent="0" algn="ctr" defTabSz="906479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KoPub돋움체 Medium" pitchFamily="18" charset="-127"/>
              <a:ea typeface="KoPub돋움체 Medium" pitchFamily="18" charset="-127"/>
              <a:cs typeface="+mn-cs"/>
            </a:endParaRPr>
          </a:p>
        </p:txBody>
      </p:sp>
      <p:sp>
        <p:nvSpPr>
          <p:cNvPr id="2" name="직사각형 1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30043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상세 제안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Ⅱ-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57996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프로젝트 관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Ⅲ-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4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603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2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품질관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Ⅳ-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1138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 보안관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Ⅴ-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8912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 인수 및 교육훈련 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Ⅵ-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48247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. 제약사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Ⅶ-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63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. 별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ko-KR" altLang="en-US" noProof="0"/>
              <a:t>별첨</a:t>
            </a:r>
            <a:r>
              <a:rPr lang="en-US" altLang="ko-KR" noProof="0" dirty="0"/>
              <a:t>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9919367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DE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직사각형 79"/>
          <p:cNvSpPr/>
          <p:nvPr userDrawn="1"/>
        </p:nvSpPr>
        <p:spPr>
          <a:xfrm>
            <a:off x="0" y="6525028"/>
            <a:ext cx="9906000" cy="3329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99CBD20-A2FB-4982-8BCD-C60C33D080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12000"/>
                    </a14:imgEffect>
                  </a14:imgLayer>
                </a14:imgProps>
              </a:ext>
            </a:extLst>
          </a:blip>
          <a:srcRect l="-9262" t="9535" r="72676"/>
          <a:stretch/>
        </p:blipFill>
        <p:spPr>
          <a:xfrm>
            <a:off x="1428205" y="422142"/>
            <a:ext cx="190274" cy="5337444"/>
          </a:xfrm>
          <a:prstGeom prst="rect">
            <a:avLst/>
          </a:prstGeom>
        </p:spPr>
      </p:pic>
      <p:sp>
        <p:nvSpPr>
          <p:cNvPr id="19" name="모서리가 둥근 직사각형 18"/>
          <p:cNvSpPr/>
          <p:nvPr userDrawn="1"/>
        </p:nvSpPr>
        <p:spPr>
          <a:xfrm>
            <a:off x="1620180" y="0"/>
            <a:ext cx="8285821" cy="68579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0647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Text Box 56">
            <a:extLst>
              <a:ext uri="{FF2B5EF4-FFF2-40B4-BE49-F238E27FC236}">
                <a16:creationId xmlns:a16="http://schemas.microsoft.com/office/drawing/2014/main" id="{629C128C-BDEA-49A1-B383-70B0470BB25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71436" y="6618485"/>
            <a:ext cx="2372677" cy="1255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65317" bIns="0" anchor="ctr" anchorCtr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indent="-159860" algn="l" defTabSz="849121" eaLnBrk="1" hangingPunct="1">
              <a:buClr>
                <a:srgbClr val="7F7F7F"/>
              </a:buClr>
              <a:buSzPct val="80000"/>
              <a:defRPr/>
            </a:pPr>
            <a:r>
              <a:rPr kumimoji="0"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Copyright 2023. LG CNS Inc., All rights reserved.</a:t>
            </a:r>
            <a:endParaRPr kumimoji="0" lang="ko-KR" altLang="en-US" sz="800" spc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9170970" y="6632428"/>
            <a:ext cx="459700" cy="108940"/>
            <a:chOff x="9165468" y="6636844"/>
            <a:chExt cx="459700" cy="108940"/>
          </a:xfrm>
        </p:grpSpPr>
        <p:sp>
          <p:nvSpPr>
            <p:cNvPr id="4" name="Freeform 60">
              <a:extLst>
                <a:ext uri="{FF2B5EF4-FFF2-40B4-BE49-F238E27FC236}">
                  <a16:creationId xmlns:a16="http://schemas.microsoft.com/office/drawing/2014/main" id="{D85BBBB6-E11B-4824-9CB9-746D53E384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38366" y="6654716"/>
              <a:ext cx="186802" cy="73196"/>
            </a:xfrm>
            <a:custGeom>
              <a:avLst/>
              <a:gdLst>
                <a:gd name="T0" fmla="*/ 708 w 2404"/>
                <a:gd name="T1" fmla="*/ 78 h 942"/>
                <a:gd name="T2" fmla="*/ 610 w 2404"/>
                <a:gd name="T3" fmla="*/ 28 h 942"/>
                <a:gd name="T4" fmla="*/ 432 w 2404"/>
                <a:gd name="T5" fmla="*/ 0 h 942"/>
                <a:gd name="T6" fmla="*/ 212 w 2404"/>
                <a:gd name="T7" fmla="*/ 48 h 942"/>
                <a:gd name="T8" fmla="*/ 66 w 2404"/>
                <a:gd name="T9" fmla="*/ 186 h 942"/>
                <a:gd name="T10" fmla="*/ 2 w 2404"/>
                <a:gd name="T11" fmla="*/ 416 h 942"/>
                <a:gd name="T12" fmla="*/ 14 w 2404"/>
                <a:gd name="T13" fmla="*/ 624 h 942"/>
                <a:gd name="T14" fmla="*/ 88 w 2404"/>
                <a:gd name="T15" fmla="*/ 802 h 942"/>
                <a:gd name="T16" fmla="*/ 160 w 2404"/>
                <a:gd name="T17" fmla="*/ 872 h 942"/>
                <a:gd name="T18" fmla="*/ 256 w 2404"/>
                <a:gd name="T19" fmla="*/ 918 h 942"/>
                <a:gd name="T20" fmla="*/ 430 w 2404"/>
                <a:gd name="T21" fmla="*/ 942 h 942"/>
                <a:gd name="T22" fmla="*/ 638 w 2404"/>
                <a:gd name="T23" fmla="*/ 912 h 942"/>
                <a:gd name="T24" fmla="*/ 698 w 2404"/>
                <a:gd name="T25" fmla="*/ 716 h 942"/>
                <a:gd name="T26" fmla="*/ 548 w 2404"/>
                <a:gd name="T27" fmla="*/ 762 h 942"/>
                <a:gd name="T28" fmla="*/ 410 w 2404"/>
                <a:gd name="T29" fmla="*/ 768 h 942"/>
                <a:gd name="T30" fmla="*/ 284 w 2404"/>
                <a:gd name="T31" fmla="*/ 722 h 942"/>
                <a:gd name="T32" fmla="*/ 220 w 2404"/>
                <a:gd name="T33" fmla="*/ 618 h 942"/>
                <a:gd name="T34" fmla="*/ 202 w 2404"/>
                <a:gd name="T35" fmla="*/ 470 h 942"/>
                <a:gd name="T36" fmla="*/ 218 w 2404"/>
                <a:gd name="T37" fmla="*/ 334 h 942"/>
                <a:gd name="T38" fmla="*/ 284 w 2404"/>
                <a:gd name="T39" fmla="*/ 220 h 942"/>
                <a:gd name="T40" fmla="*/ 388 w 2404"/>
                <a:gd name="T41" fmla="*/ 166 h 942"/>
                <a:gd name="T42" fmla="*/ 502 w 2404"/>
                <a:gd name="T43" fmla="*/ 168 h 942"/>
                <a:gd name="T44" fmla="*/ 628 w 2404"/>
                <a:gd name="T45" fmla="*/ 232 h 942"/>
                <a:gd name="T46" fmla="*/ 1440 w 2404"/>
                <a:gd name="T47" fmla="*/ 758 h 942"/>
                <a:gd name="T48" fmla="*/ 1014 w 2404"/>
                <a:gd name="T49" fmla="*/ 174 h 942"/>
                <a:gd name="T50" fmla="*/ 1462 w 2404"/>
                <a:gd name="T51" fmla="*/ 14 h 942"/>
                <a:gd name="T52" fmla="*/ 2284 w 2404"/>
                <a:gd name="T53" fmla="*/ 30 h 942"/>
                <a:gd name="T54" fmla="*/ 2086 w 2404"/>
                <a:gd name="T55" fmla="*/ 0 h 942"/>
                <a:gd name="T56" fmla="*/ 1928 w 2404"/>
                <a:gd name="T57" fmla="*/ 20 h 942"/>
                <a:gd name="T58" fmla="*/ 1798 w 2404"/>
                <a:gd name="T59" fmla="*/ 92 h 942"/>
                <a:gd name="T60" fmla="*/ 1738 w 2404"/>
                <a:gd name="T61" fmla="*/ 208 h 942"/>
                <a:gd name="T62" fmla="*/ 1736 w 2404"/>
                <a:gd name="T63" fmla="*/ 312 h 942"/>
                <a:gd name="T64" fmla="*/ 1782 w 2404"/>
                <a:gd name="T65" fmla="*/ 410 h 942"/>
                <a:gd name="T66" fmla="*/ 1864 w 2404"/>
                <a:gd name="T67" fmla="*/ 482 h 942"/>
                <a:gd name="T68" fmla="*/ 2102 w 2404"/>
                <a:gd name="T69" fmla="*/ 574 h 942"/>
                <a:gd name="T70" fmla="*/ 2180 w 2404"/>
                <a:gd name="T71" fmla="*/ 616 h 942"/>
                <a:gd name="T72" fmla="*/ 2204 w 2404"/>
                <a:gd name="T73" fmla="*/ 680 h 942"/>
                <a:gd name="T74" fmla="*/ 2184 w 2404"/>
                <a:gd name="T75" fmla="*/ 738 h 942"/>
                <a:gd name="T76" fmla="*/ 2118 w 2404"/>
                <a:gd name="T77" fmla="*/ 774 h 942"/>
                <a:gd name="T78" fmla="*/ 1982 w 2404"/>
                <a:gd name="T79" fmla="*/ 774 h 942"/>
                <a:gd name="T80" fmla="*/ 1816 w 2404"/>
                <a:gd name="T81" fmla="*/ 722 h 942"/>
                <a:gd name="T82" fmla="*/ 1794 w 2404"/>
                <a:gd name="T83" fmla="*/ 896 h 942"/>
                <a:gd name="T84" fmla="*/ 2004 w 2404"/>
                <a:gd name="T85" fmla="*/ 942 h 942"/>
                <a:gd name="T86" fmla="*/ 2162 w 2404"/>
                <a:gd name="T87" fmla="*/ 932 h 942"/>
                <a:gd name="T88" fmla="*/ 2310 w 2404"/>
                <a:gd name="T89" fmla="*/ 866 h 942"/>
                <a:gd name="T90" fmla="*/ 2390 w 2404"/>
                <a:gd name="T91" fmla="*/ 756 h 942"/>
                <a:gd name="T92" fmla="*/ 2404 w 2404"/>
                <a:gd name="T93" fmla="*/ 646 h 942"/>
                <a:gd name="T94" fmla="*/ 2374 w 2404"/>
                <a:gd name="T95" fmla="*/ 540 h 942"/>
                <a:gd name="T96" fmla="*/ 2314 w 2404"/>
                <a:gd name="T97" fmla="*/ 474 h 942"/>
                <a:gd name="T98" fmla="*/ 2206 w 2404"/>
                <a:gd name="T99" fmla="*/ 422 h 942"/>
                <a:gd name="T100" fmla="*/ 2030 w 2404"/>
                <a:gd name="T101" fmla="*/ 364 h 942"/>
                <a:gd name="T102" fmla="*/ 1948 w 2404"/>
                <a:gd name="T103" fmla="*/ 312 h 942"/>
                <a:gd name="T104" fmla="*/ 1930 w 2404"/>
                <a:gd name="T105" fmla="*/ 254 h 942"/>
                <a:gd name="T106" fmla="*/ 1948 w 2404"/>
                <a:gd name="T107" fmla="*/ 198 h 942"/>
                <a:gd name="T108" fmla="*/ 1998 w 2404"/>
                <a:gd name="T109" fmla="*/ 168 h 942"/>
                <a:gd name="T110" fmla="*/ 2124 w 2404"/>
                <a:gd name="T111" fmla="*/ 158 h 942"/>
                <a:gd name="T112" fmla="*/ 2278 w 2404"/>
                <a:gd name="T113" fmla="*/ 196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04" h="942">
                  <a:moveTo>
                    <a:pt x="758" y="122"/>
                  </a:moveTo>
                  <a:lnTo>
                    <a:pt x="758" y="122"/>
                  </a:lnTo>
                  <a:lnTo>
                    <a:pt x="742" y="106"/>
                  </a:lnTo>
                  <a:lnTo>
                    <a:pt x="726" y="92"/>
                  </a:lnTo>
                  <a:lnTo>
                    <a:pt x="708" y="78"/>
                  </a:lnTo>
                  <a:lnTo>
                    <a:pt x="690" y="66"/>
                  </a:lnTo>
                  <a:lnTo>
                    <a:pt x="670" y="54"/>
                  </a:lnTo>
                  <a:lnTo>
                    <a:pt x="650" y="44"/>
                  </a:lnTo>
                  <a:lnTo>
                    <a:pt x="630" y="36"/>
                  </a:lnTo>
                  <a:lnTo>
                    <a:pt x="610" y="28"/>
                  </a:lnTo>
                  <a:lnTo>
                    <a:pt x="566" y="16"/>
                  </a:lnTo>
                  <a:lnTo>
                    <a:pt x="522" y="8"/>
                  </a:lnTo>
                  <a:lnTo>
                    <a:pt x="476" y="2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384" y="2"/>
                  </a:lnTo>
                  <a:lnTo>
                    <a:pt x="336" y="8"/>
                  </a:lnTo>
                  <a:lnTo>
                    <a:pt x="292" y="18"/>
                  </a:lnTo>
                  <a:lnTo>
                    <a:pt x="252" y="30"/>
                  </a:lnTo>
                  <a:lnTo>
                    <a:pt x="212" y="48"/>
                  </a:lnTo>
                  <a:lnTo>
                    <a:pt x="178" y="68"/>
                  </a:lnTo>
                  <a:lnTo>
                    <a:pt x="144" y="92"/>
                  </a:lnTo>
                  <a:lnTo>
                    <a:pt x="114" y="120"/>
                  </a:lnTo>
                  <a:lnTo>
                    <a:pt x="88" y="152"/>
                  </a:lnTo>
                  <a:lnTo>
                    <a:pt x="66" y="186"/>
                  </a:lnTo>
                  <a:lnTo>
                    <a:pt x="46" y="226"/>
                  </a:lnTo>
                  <a:lnTo>
                    <a:pt x="30" y="268"/>
                  </a:lnTo>
                  <a:lnTo>
                    <a:pt x="16" y="314"/>
                  </a:lnTo>
                  <a:lnTo>
                    <a:pt x="8" y="362"/>
                  </a:lnTo>
                  <a:lnTo>
                    <a:pt x="2" y="416"/>
                  </a:lnTo>
                  <a:lnTo>
                    <a:pt x="0" y="472"/>
                  </a:lnTo>
                  <a:lnTo>
                    <a:pt x="0" y="472"/>
                  </a:lnTo>
                  <a:lnTo>
                    <a:pt x="0" y="526"/>
                  </a:lnTo>
                  <a:lnTo>
                    <a:pt x="6" y="576"/>
                  </a:lnTo>
                  <a:lnTo>
                    <a:pt x="14" y="624"/>
                  </a:lnTo>
                  <a:lnTo>
                    <a:pt x="24" y="670"/>
                  </a:lnTo>
                  <a:lnTo>
                    <a:pt x="38" y="712"/>
                  </a:lnTo>
                  <a:lnTo>
                    <a:pt x="56" y="750"/>
                  </a:lnTo>
                  <a:lnTo>
                    <a:pt x="76" y="786"/>
                  </a:lnTo>
                  <a:lnTo>
                    <a:pt x="88" y="802"/>
                  </a:lnTo>
                  <a:lnTo>
                    <a:pt x="100" y="818"/>
                  </a:lnTo>
                  <a:lnTo>
                    <a:pt x="114" y="832"/>
                  </a:lnTo>
                  <a:lnTo>
                    <a:pt x="128" y="846"/>
                  </a:lnTo>
                  <a:lnTo>
                    <a:pt x="144" y="860"/>
                  </a:lnTo>
                  <a:lnTo>
                    <a:pt x="160" y="872"/>
                  </a:lnTo>
                  <a:lnTo>
                    <a:pt x="178" y="882"/>
                  </a:lnTo>
                  <a:lnTo>
                    <a:pt x="196" y="892"/>
                  </a:lnTo>
                  <a:lnTo>
                    <a:pt x="214" y="902"/>
                  </a:lnTo>
                  <a:lnTo>
                    <a:pt x="234" y="910"/>
                  </a:lnTo>
                  <a:lnTo>
                    <a:pt x="256" y="918"/>
                  </a:lnTo>
                  <a:lnTo>
                    <a:pt x="278" y="924"/>
                  </a:lnTo>
                  <a:lnTo>
                    <a:pt x="324" y="934"/>
                  </a:lnTo>
                  <a:lnTo>
                    <a:pt x="374" y="940"/>
                  </a:lnTo>
                  <a:lnTo>
                    <a:pt x="430" y="942"/>
                  </a:lnTo>
                  <a:lnTo>
                    <a:pt x="430" y="942"/>
                  </a:lnTo>
                  <a:lnTo>
                    <a:pt x="472" y="942"/>
                  </a:lnTo>
                  <a:lnTo>
                    <a:pt x="516" y="938"/>
                  </a:lnTo>
                  <a:lnTo>
                    <a:pt x="558" y="932"/>
                  </a:lnTo>
                  <a:lnTo>
                    <a:pt x="598" y="924"/>
                  </a:lnTo>
                  <a:lnTo>
                    <a:pt x="638" y="912"/>
                  </a:lnTo>
                  <a:lnTo>
                    <a:pt x="676" y="900"/>
                  </a:lnTo>
                  <a:lnTo>
                    <a:pt x="712" y="886"/>
                  </a:lnTo>
                  <a:lnTo>
                    <a:pt x="744" y="868"/>
                  </a:lnTo>
                  <a:lnTo>
                    <a:pt x="698" y="716"/>
                  </a:lnTo>
                  <a:lnTo>
                    <a:pt x="698" y="716"/>
                  </a:lnTo>
                  <a:lnTo>
                    <a:pt x="672" y="728"/>
                  </a:lnTo>
                  <a:lnTo>
                    <a:pt x="644" y="738"/>
                  </a:lnTo>
                  <a:lnTo>
                    <a:pt x="614" y="748"/>
                  </a:lnTo>
                  <a:lnTo>
                    <a:pt x="580" y="756"/>
                  </a:lnTo>
                  <a:lnTo>
                    <a:pt x="548" y="762"/>
                  </a:lnTo>
                  <a:lnTo>
                    <a:pt x="514" y="766"/>
                  </a:lnTo>
                  <a:lnTo>
                    <a:pt x="478" y="770"/>
                  </a:lnTo>
                  <a:lnTo>
                    <a:pt x="444" y="770"/>
                  </a:lnTo>
                  <a:lnTo>
                    <a:pt x="444" y="770"/>
                  </a:lnTo>
                  <a:lnTo>
                    <a:pt x="410" y="768"/>
                  </a:lnTo>
                  <a:lnTo>
                    <a:pt x="378" y="764"/>
                  </a:lnTo>
                  <a:lnTo>
                    <a:pt x="350" y="758"/>
                  </a:lnTo>
                  <a:lnTo>
                    <a:pt x="326" y="748"/>
                  </a:lnTo>
                  <a:lnTo>
                    <a:pt x="302" y="736"/>
                  </a:lnTo>
                  <a:lnTo>
                    <a:pt x="284" y="722"/>
                  </a:lnTo>
                  <a:lnTo>
                    <a:pt x="266" y="706"/>
                  </a:lnTo>
                  <a:lnTo>
                    <a:pt x="252" y="686"/>
                  </a:lnTo>
                  <a:lnTo>
                    <a:pt x="238" y="666"/>
                  </a:lnTo>
                  <a:lnTo>
                    <a:pt x="228" y="642"/>
                  </a:lnTo>
                  <a:lnTo>
                    <a:pt x="220" y="618"/>
                  </a:lnTo>
                  <a:lnTo>
                    <a:pt x="212" y="592"/>
                  </a:lnTo>
                  <a:lnTo>
                    <a:pt x="208" y="564"/>
                  </a:lnTo>
                  <a:lnTo>
                    <a:pt x="204" y="534"/>
                  </a:lnTo>
                  <a:lnTo>
                    <a:pt x="202" y="502"/>
                  </a:lnTo>
                  <a:lnTo>
                    <a:pt x="202" y="470"/>
                  </a:lnTo>
                  <a:lnTo>
                    <a:pt x="202" y="470"/>
                  </a:lnTo>
                  <a:lnTo>
                    <a:pt x="204" y="432"/>
                  </a:lnTo>
                  <a:lnTo>
                    <a:pt x="206" y="396"/>
                  </a:lnTo>
                  <a:lnTo>
                    <a:pt x="212" y="364"/>
                  </a:lnTo>
                  <a:lnTo>
                    <a:pt x="218" y="334"/>
                  </a:lnTo>
                  <a:lnTo>
                    <a:pt x="228" y="306"/>
                  </a:lnTo>
                  <a:lnTo>
                    <a:pt x="240" y="280"/>
                  </a:lnTo>
                  <a:lnTo>
                    <a:pt x="252" y="258"/>
                  </a:lnTo>
                  <a:lnTo>
                    <a:pt x="266" y="238"/>
                  </a:lnTo>
                  <a:lnTo>
                    <a:pt x="284" y="220"/>
                  </a:lnTo>
                  <a:lnTo>
                    <a:pt x="302" y="204"/>
                  </a:lnTo>
                  <a:lnTo>
                    <a:pt x="320" y="192"/>
                  </a:lnTo>
                  <a:lnTo>
                    <a:pt x="342" y="180"/>
                  </a:lnTo>
                  <a:lnTo>
                    <a:pt x="364" y="172"/>
                  </a:lnTo>
                  <a:lnTo>
                    <a:pt x="388" y="166"/>
                  </a:lnTo>
                  <a:lnTo>
                    <a:pt x="414" y="164"/>
                  </a:lnTo>
                  <a:lnTo>
                    <a:pt x="440" y="162"/>
                  </a:lnTo>
                  <a:lnTo>
                    <a:pt x="440" y="162"/>
                  </a:lnTo>
                  <a:lnTo>
                    <a:pt x="472" y="164"/>
                  </a:lnTo>
                  <a:lnTo>
                    <a:pt x="502" y="168"/>
                  </a:lnTo>
                  <a:lnTo>
                    <a:pt x="530" y="176"/>
                  </a:lnTo>
                  <a:lnTo>
                    <a:pt x="556" y="188"/>
                  </a:lnTo>
                  <a:lnTo>
                    <a:pt x="582" y="200"/>
                  </a:lnTo>
                  <a:lnTo>
                    <a:pt x="606" y="216"/>
                  </a:lnTo>
                  <a:lnTo>
                    <a:pt x="628" y="232"/>
                  </a:lnTo>
                  <a:lnTo>
                    <a:pt x="646" y="250"/>
                  </a:lnTo>
                  <a:lnTo>
                    <a:pt x="758" y="122"/>
                  </a:lnTo>
                  <a:close/>
                  <a:moveTo>
                    <a:pt x="1462" y="14"/>
                  </a:moveTo>
                  <a:lnTo>
                    <a:pt x="1462" y="758"/>
                  </a:lnTo>
                  <a:lnTo>
                    <a:pt x="1440" y="758"/>
                  </a:lnTo>
                  <a:lnTo>
                    <a:pt x="1176" y="14"/>
                  </a:lnTo>
                  <a:lnTo>
                    <a:pt x="822" y="14"/>
                  </a:lnTo>
                  <a:lnTo>
                    <a:pt x="822" y="928"/>
                  </a:lnTo>
                  <a:lnTo>
                    <a:pt x="1014" y="928"/>
                  </a:lnTo>
                  <a:lnTo>
                    <a:pt x="1014" y="174"/>
                  </a:lnTo>
                  <a:lnTo>
                    <a:pt x="1038" y="174"/>
                  </a:lnTo>
                  <a:lnTo>
                    <a:pt x="1298" y="928"/>
                  </a:lnTo>
                  <a:lnTo>
                    <a:pt x="1652" y="928"/>
                  </a:lnTo>
                  <a:lnTo>
                    <a:pt x="1652" y="14"/>
                  </a:lnTo>
                  <a:lnTo>
                    <a:pt x="1462" y="14"/>
                  </a:lnTo>
                  <a:close/>
                  <a:moveTo>
                    <a:pt x="2394" y="76"/>
                  </a:moveTo>
                  <a:lnTo>
                    <a:pt x="2394" y="76"/>
                  </a:lnTo>
                  <a:lnTo>
                    <a:pt x="2360" y="58"/>
                  </a:lnTo>
                  <a:lnTo>
                    <a:pt x="2322" y="42"/>
                  </a:lnTo>
                  <a:lnTo>
                    <a:pt x="2284" y="30"/>
                  </a:lnTo>
                  <a:lnTo>
                    <a:pt x="2242" y="20"/>
                  </a:lnTo>
                  <a:lnTo>
                    <a:pt x="2202" y="12"/>
                  </a:lnTo>
                  <a:lnTo>
                    <a:pt x="2162" y="6"/>
                  </a:lnTo>
                  <a:lnTo>
                    <a:pt x="2124" y="2"/>
                  </a:lnTo>
                  <a:lnTo>
                    <a:pt x="2086" y="0"/>
                  </a:lnTo>
                  <a:lnTo>
                    <a:pt x="2086" y="0"/>
                  </a:lnTo>
                  <a:lnTo>
                    <a:pt x="2042" y="2"/>
                  </a:lnTo>
                  <a:lnTo>
                    <a:pt x="2002" y="6"/>
                  </a:lnTo>
                  <a:lnTo>
                    <a:pt x="1964" y="12"/>
                  </a:lnTo>
                  <a:lnTo>
                    <a:pt x="1928" y="20"/>
                  </a:lnTo>
                  <a:lnTo>
                    <a:pt x="1896" y="30"/>
                  </a:lnTo>
                  <a:lnTo>
                    <a:pt x="1868" y="44"/>
                  </a:lnTo>
                  <a:lnTo>
                    <a:pt x="1842" y="58"/>
                  </a:lnTo>
                  <a:lnTo>
                    <a:pt x="1818" y="74"/>
                  </a:lnTo>
                  <a:lnTo>
                    <a:pt x="1798" y="92"/>
                  </a:lnTo>
                  <a:lnTo>
                    <a:pt x="1780" y="112"/>
                  </a:lnTo>
                  <a:lnTo>
                    <a:pt x="1766" y="134"/>
                  </a:lnTo>
                  <a:lnTo>
                    <a:pt x="1754" y="158"/>
                  </a:lnTo>
                  <a:lnTo>
                    <a:pt x="1744" y="182"/>
                  </a:lnTo>
                  <a:lnTo>
                    <a:pt x="1738" y="208"/>
                  </a:lnTo>
                  <a:lnTo>
                    <a:pt x="1734" y="236"/>
                  </a:lnTo>
                  <a:lnTo>
                    <a:pt x="1732" y="264"/>
                  </a:lnTo>
                  <a:lnTo>
                    <a:pt x="1732" y="264"/>
                  </a:lnTo>
                  <a:lnTo>
                    <a:pt x="1734" y="288"/>
                  </a:lnTo>
                  <a:lnTo>
                    <a:pt x="1736" y="312"/>
                  </a:lnTo>
                  <a:lnTo>
                    <a:pt x="1742" y="334"/>
                  </a:lnTo>
                  <a:lnTo>
                    <a:pt x="1750" y="354"/>
                  </a:lnTo>
                  <a:lnTo>
                    <a:pt x="1758" y="374"/>
                  </a:lnTo>
                  <a:lnTo>
                    <a:pt x="1770" y="392"/>
                  </a:lnTo>
                  <a:lnTo>
                    <a:pt x="1782" y="410"/>
                  </a:lnTo>
                  <a:lnTo>
                    <a:pt x="1796" y="426"/>
                  </a:lnTo>
                  <a:lnTo>
                    <a:pt x="1812" y="442"/>
                  </a:lnTo>
                  <a:lnTo>
                    <a:pt x="1828" y="456"/>
                  </a:lnTo>
                  <a:lnTo>
                    <a:pt x="1844" y="470"/>
                  </a:lnTo>
                  <a:lnTo>
                    <a:pt x="1864" y="482"/>
                  </a:lnTo>
                  <a:lnTo>
                    <a:pt x="1902" y="502"/>
                  </a:lnTo>
                  <a:lnTo>
                    <a:pt x="1942" y="520"/>
                  </a:lnTo>
                  <a:lnTo>
                    <a:pt x="1942" y="520"/>
                  </a:lnTo>
                  <a:lnTo>
                    <a:pt x="2026" y="550"/>
                  </a:lnTo>
                  <a:lnTo>
                    <a:pt x="2102" y="574"/>
                  </a:lnTo>
                  <a:lnTo>
                    <a:pt x="2102" y="574"/>
                  </a:lnTo>
                  <a:lnTo>
                    <a:pt x="2128" y="582"/>
                  </a:lnTo>
                  <a:lnTo>
                    <a:pt x="2148" y="592"/>
                  </a:lnTo>
                  <a:lnTo>
                    <a:pt x="2166" y="602"/>
                  </a:lnTo>
                  <a:lnTo>
                    <a:pt x="2180" y="616"/>
                  </a:lnTo>
                  <a:lnTo>
                    <a:pt x="2192" y="630"/>
                  </a:lnTo>
                  <a:lnTo>
                    <a:pt x="2198" y="644"/>
                  </a:lnTo>
                  <a:lnTo>
                    <a:pt x="2202" y="662"/>
                  </a:lnTo>
                  <a:lnTo>
                    <a:pt x="2204" y="680"/>
                  </a:lnTo>
                  <a:lnTo>
                    <a:pt x="2204" y="680"/>
                  </a:lnTo>
                  <a:lnTo>
                    <a:pt x="2202" y="702"/>
                  </a:lnTo>
                  <a:lnTo>
                    <a:pt x="2200" y="712"/>
                  </a:lnTo>
                  <a:lnTo>
                    <a:pt x="2196" y="722"/>
                  </a:lnTo>
                  <a:lnTo>
                    <a:pt x="2190" y="730"/>
                  </a:lnTo>
                  <a:lnTo>
                    <a:pt x="2184" y="738"/>
                  </a:lnTo>
                  <a:lnTo>
                    <a:pt x="2176" y="746"/>
                  </a:lnTo>
                  <a:lnTo>
                    <a:pt x="2168" y="754"/>
                  </a:lnTo>
                  <a:lnTo>
                    <a:pt x="2158" y="760"/>
                  </a:lnTo>
                  <a:lnTo>
                    <a:pt x="2146" y="764"/>
                  </a:lnTo>
                  <a:lnTo>
                    <a:pt x="2118" y="774"/>
                  </a:lnTo>
                  <a:lnTo>
                    <a:pt x="2084" y="778"/>
                  </a:lnTo>
                  <a:lnTo>
                    <a:pt x="2044" y="780"/>
                  </a:lnTo>
                  <a:lnTo>
                    <a:pt x="2044" y="780"/>
                  </a:lnTo>
                  <a:lnTo>
                    <a:pt x="2014" y="778"/>
                  </a:lnTo>
                  <a:lnTo>
                    <a:pt x="1982" y="774"/>
                  </a:lnTo>
                  <a:lnTo>
                    <a:pt x="1948" y="768"/>
                  </a:lnTo>
                  <a:lnTo>
                    <a:pt x="1914" y="760"/>
                  </a:lnTo>
                  <a:lnTo>
                    <a:pt x="1880" y="748"/>
                  </a:lnTo>
                  <a:lnTo>
                    <a:pt x="1848" y="736"/>
                  </a:lnTo>
                  <a:lnTo>
                    <a:pt x="1816" y="722"/>
                  </a:lnTo>
                  <a:lnTo>
                    <a:pt x="1788" y="706"/>
                  </a:lnTo>
                  <a:lnTo>
                    <a:pt x="1718" y="860"/>
                  </a:lnTo>
                  <a:lnTo>
                    <a:pt x="1718" y="860"/>
                  </a:lnTo>
                  <a:lnTo>
                    <a:pt x="1754" y="878"/>
                  </a:lnTo>
                  <a:lnTo>
                    <a:pt x="1794" y="896"/>
                  </a:lnTo>
                  <a:lnTo>
                    <a:pt x="1836" y="910"/>
                  </a:lnTo>
                  <a:lnTo>
                    <a:pt x="1878" y="922"/>
                  </a:lnTo>
                  <a:lnTo>
                    <a:pt x="1920" y="930"/>
                  </a:lnTo>
                  <a:lnTo>
                    <a:pt x="1962" y="938"/>
                  </a:lnTo>
                  <a:lnTo>
                    <a:pt x="2004" y="942"/>
                  </a:lnTo>
                  <a:lnTo>
                    <a:pt x="2046" y="942"/>
                  </a:lnTo>
                  <a:lnTo>
                    <a:pt x="2046" y="942"/>
                  </a:lnTo>
                  <a:lnTo>
                    <a:pt x="2086" y="942"/>
                  </a:lnTo>
                  <a:lnTo>
                    <a:pt x="2126" y="938"/>
                  </a:lnTo>
                  <a:lnTo>
                    <a:pt x="2162" y="932"/>
                  </a:lnTo>
                  <a:lnTo>
                    <a:pt x="2198" y="922"/>
                  </a:lnTo>
                  <a:lnTo>
                    <a:pt x="2230" y="912"/>
                  </a:lnTo>
                  <a:lnTo>
                    <a:pt x="2258" y="898"/>
                  </a:lnTo>
                  <a:lnTo>
                    <a:pt x="2286" y="884"/>
                  </a:lnTo>
                  <a:lnTo>
                    <a:pt x="2310" y="866"/>
                  </a:lnTo>
                  <a:lnTo>
                    <a:pt x="2332" y="848"/>
                  </a:lnTo>
                  <a:lnTo>
                    <a:pt x="2350" y="826"/>
                  </a:lnTo>
                  <a:lnTo>
                    <a:pt x="2366" y="804"/>
                  </a:lnTo>
                  <a:lnTo>
                    <a:pt x="2380" y="780"/>
                  </a:lnTo>
                  <a:lnTo>
                    <a:pt x="2390" y="756"/>
                  </a:lnTo>
                  <a:lnTo>
                    <a:pt x="2398" y="728"/>
                  </a:lnTo>
                  <a:lnTo>
                    <a:pt x="2402" y="700"/>
                  </a:lnTo>
                  <a:lnTo>
                    <a:pt x="2404" y="672"/>
                  </a:lnTo>
                  <a:lnTo>
                    <a:pt x="2404" y="672"/>
                  </a:lnTo>
                  <a:lnTo>
                    <a:pt x="2404" y="646"/>
                  </a:lnTo>
                  <a:lnTo>
                    <a:pt x="2400" y="620"/>
                  </a:lnTo>
                  <a:lnTo>
                    <a:pt x="2396" y="598"/>
                  </a:lnTo>
                  <a:lnTo>
                    <a:pt x="2390" y="578"/>
                  </a:lnTo>
                  <a:lnTo>
                    <a:pt x="2384" y="558"/>
                  </a:lnTo>
                  <a:lnTo>
                    <a:pt x="2374" y="540"/>
                  </a:lnTo>
                  <a:lnTo>
                    <a:pt x="2364" y="526"/>
                  </a:lnTo>
                  <a:lnTo>
                    <a:pt x="2354" y="510"/>
                  </a:lnTo>
                  <a:lnTo>
                    <a:pt x="2342" y="498"/>
                  </a:lnTo>
                  <a:lnTo>
                    <a:pt x="2328" y="486"/>
                  </a:lnTo>
                  <a:lnTo>
                    <a:pt x="2314" y="474"/>
                  </a:lnTo>
                  <a:lnTo>
                    <a:pt x="2300" y="466"/>
                  </a:lnTo>
                  <a:lnTo>
                    <a:pt x="2270" y="448"/>
                  </a:lnTo>
                  <a:lnTo>
                    <a:pt x="2236" y="432"/>
                  </a:lnTo>
                  <a:lnTo>
                    <a:pt x="2236" y="432"/>
                  </a:lnTo>
                  <a:lnTo>
                    <a:pt x="2206" y="422"/>
                  </a:lnTo>
                  <a:lnTo>
                    <a:pt x="2170" y="410"/>
                  </a:lnTo>
                  <a:lnTo>
                    <a:pt x="2104" y="388"/>
                  </a:lnTo>
                  <a:lnTo>
                    <a:pt x="2104" y="388"/>
                  </a:lnTo>
                  <a:lnTo>
                    <a:pt x="2064" y="376"/>
                  </a:lnTo>
                  <a:lnTo>
                    <a:pt x="2030" y="364"/>
                  </a:lnTo>
                  <a:lnTo>
                    <a:pt x="2000" y="352"/>
                  </a:lnTo>
                  <a:lnTo>
                    <a:pt x="1974" y="338"/>
                  </a:lnTo>
                  <a:lnTo>
                    <a:pt x="1964" y="330"/>
                  </a:lnTo>
                  <a:lnTo>
                    <a:pt x="1956" y="320"/>
                  </a:lnTo>
                  <a:lnTo>
                    <a:pt x="1948" y="312"/>
                  </a:lnTo>
                  <a:lnTo>
                    <a:pt x="1942" y="302"/>
                  </a:lnTo>
                  <a:lnTo>
                    <a:pt x="1936" y="292"/>
                  </a:lnTo>
                  <a:lnTo>
                    <a:pt x="1932" y="280"/>
                  </a:lnTo>
                  <a:lnTo>
                    <a:pt x="1930" y="268"/>
                  </a:lnTo>
                  <a:lnTo>
                    <a:pt x="1930" y="254"/>
                  </a:lnTo>
                  <a:lnTo>
                    <a:pt x="1930" y="254"/>
                  </a:lnTo>
                  <a:lnTo>
                    <a:pt x="1932" y="234"/>
                  </a:lnTo>
                  <a:lnTo>
                    <a:pt x="1938" y="216"/>
                  </a:lnTo>
                  <a:lnTo>
                    <a:pt x="1942" y="206"/>
                  </a:lnTo>
                  <a:lnTo>
                    <a:pt x="1948" y="198"/>
                  </a:lnTo>
                  <a:lnTo>
                    <a:pt x="1954" y="190"/>
                  </a:lnTo>
                  <a:lnTo>
                    <a:pt x="1964" y="184"/>
                  </a:lnTo>
                  <a:lnTo>
                    <a:pt x="1974" y="178"/>
                  </a:lnTo>
                  <a:lnTo>
                    <a:pt x="1984" y="172"/>
                  </a:lnTo>
                  <a:lnTo>
                    <a:pt x="1998" y="168"/>
                  </a:lnTo>
                  <a:lnTo>
                    <a:pt x="2012" y="164"/>
                  </a:lnTo>
                  <a:lnTo>
                    <a:pt x="2048" y="158"/>
                  </a:lnTo>
                  <a:lnTo>
                    <a:pt x="2090" y="156"/>
                  </a:lnTo>
                  <a:lnTo>
                    <a:pt x="2090" y="156"/>
                  </a:lnTo>
                  <a:lnTo>
                    <a:pt x="2124" y="158"/>
                  </a:lnTo>
                  <a:lnTo>
                    <a:pt x="2158" y="160"/>
                  </a:lnTo>
                  <a:lnTo>
                    <a:pt x="2190" y="168"/>
                  </a:lnTo>
                  <a:lnTo>
                    <a:pt x="2220" y="176"/>
                  </a:lnTo>
                  <a:lnTo>
                    <a:pt x="2250" y="184"/>
                  </a:lnTo>
                  <a:lnTo>
                    <a:pt x="2278" y="196"/>
                  </a:lnTo>
                  <a:lnTo>
                    <a:pt x="2304" y="208"/>
                  </a:lnTo>
                  <a:lnTo>
                    <a:pt x="2328" y="222"/>
                  </a:lnTo>
                  <a:lnTo>
                    <a:pt x="2394" y="76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5" name="Freeform 61">
              <a:extLst>
                <a:ext uri="{FF2B5EF4-FFF2-40B4-BE49-F238E27FC236}">
                  <a16:creationId xmlns:a16="http://schemas.microsoft.com/office/drawing/2014/main" id="{694586E7-C885-4D6B-BAD3-3C4104885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468" y="6636844"/>
              <a:ext cx="108942" cy="108940"/>
            </a:xfrm>
            <a:custGeom>
              <a:avLst/>
              <a:gdLst>
                <a:gd name="T0" fmla="*/ 736 w 1402"/>
                <a:gd name="T1" fmla="*/ 1402 h 1402"/>
                <a:gd name="T2" fmla="*/ 842 w 1402"/>
                <a:gd name="T3" fmla="*/ 1388 h 1402"/>
                <a:gd name="T4" fmla="*/ 942 w 1402"/>
                <a:gd name="T5" fmla="*/ 1360 h 1402"/>
                <a:gd name="T6" fmla="*/ 1034 w 1402"/>
                <a:gd name="T7" fmla="*/ 1318 h 1402"/>
                <a:gd name="T8" fmla="*/ 1120 w 1402"/>
                <a:gd name="T9" fmla="*/ 1262 h 1402"/>
                <a:gd name="T10" fmla="*/ 1196 w 1402"/>
                <a:gd name="T11" fmla="*/ 1196 h 1402"/>
                <a:gd name="T12" fmla="*/ 1262 w 1402"/>
                <a:gd name="T13" fmla="*/ 1120 h 1402"/>
                <a:gd name="T14" fmla="*/ 1316 w 1402"/>
                <a:gd name="T15" fmla="*/ 1036 h 1402"/>
                <a:gd name="T16" fmla="*/ 1358 w 1402"/>
                <a:gd name="T17" fmla="*/ 942 h 1402"/>
                <a:gd name="T18" fmla="*/ 1386 w 1402"/>
                <a:gd name="T19" fmla="*/ 842 h 1402"/>
                <a:gd name="T20" fmla="*/ 1400 w 1402"/>
                <a:gd name="T21" fmla="*/ 738 h 1402"/>
                <a:gd name="T22" fmla="*/ 1400 w 1402"/>
                <a:gd name="T23" fmla="*/ 664 h 1402"/>
                <a:gd name="T24" fmla="*/ 1386 w 1402"/>
                <a:gd name="T25" fmla="*/ 560 h 1402"/>
                <a:gd name="T26" fmla="*/ 1358 w 1402"/>
                <a:gd name="T27" fmla="*/ 460 h 1402"/>
                <a:gd name="T28" fmla="*/ 1316 w 1402"/>
                <a:gd name="T29" fmla="*/ 366 h 1402"/>
                <a:gd name="T30" fmla="*/ 1262 w 1402"/>
                <a:gd name="T31" fmla="*/ 282 h 1402"/>
                <a:gd name="T32" fmla="*/ 1196 w 1402"/>
                <a:gd name="T33" fmla="*/ 206 h 1402"/>
                <a:gd name="T34" fmla="*/ 1120 w 1402"/>
                <a:gd name="T35" fmla="*/ 140 h 1402"/>
                <a:gd name="T36" fmla="*/ 1034 w 1402"/>
                <a:gd name="T37" fmla="*/ 84 h 1402"/>
                <a:gd name="T38" fmla="*/ 942 w 1402"/>
                <a:gd name="T39" fmla="*/ 42 h 1402"/>
                <a:gd name="T40" fmla="*/ 842 w 1402"/>
                <a:gd name="T41" fmla="*/ 14 h 1402"/>
                <a:gd name="T42" fmla="*/ 736 w 1402"/>
                <a:gd name="T43" fmla="*/ 2 h 1402"/>
                <a:gd name="T44" fmla="*/ 664 w 1402"/>
                <a:gd name="T45" fmla="*/ 2 h 1402"/>
                <a:gd name="T46" fmla="*/ 558 w 1402"/>
                <a:gd name="T47" fmla="*/ 14 h 1402"/>
                <a:gd name="T48" fmla="*/ 460 w 1402"/>
                <a:gd name="T49" fmla="*/ 42 h 1402"/>
                <a:gd name="T50" fmla="*/ 366 w 1402"/>
                <a:gd name="T51" fmla="*/ 84 h 1402"/>
                <a:gd name="T52" fmla="*/ 280 w 1402"/>
                <a:gd name="T53" fmla="*/ 140 h 1402"/>
                <a:gd name="T54" fmla="*/ 204 w 1402"/>
                <a:gd name="T55" fmla="*/ 206 h 1402"/>
                <a:gd name="T56" fmla="*/ 138 w 1402"/>
                <a:gd name="T57" fmla="*/ 282 h 1402"/>
                <a:gd name="T58" fmla="*/ 84 w 1402"/>
                <a:gd name="T59" fmla="*/ 366 h 1402"/>
                <a:gd name="T60" fmla="*/ 42 w 1402"/>
                <a:gd name="T61" fmla="*/ 460 h 1402"/>
                <a:gd name="T62" fmla="*/ 14 w 1402"/>
                <a:gd name="T63" fmla="*/ 560 h 1402"/>
                <a:gd name="T64" fmla="*/ 0 w 1402"/>
                <a:gd name="T65" fmla="*/ 664 h 1402"/>
                <a:gd name="T66" fmla="*/ 0 w 1402"/>
                <a:gd name="T67" fmla="*/ 738 h 1402"/>
                <a:gd name="T68" fmla="*/ 14 w 1402"/>
                <a:gd name="T69" fmla="*/ 842 h 1402"/>
                <a:gd name="T70" fmla="*/ 42 w 1402"/>
                <a:gd name="T71" fmla="*/ 942 h 1402"/>
                <a:gd name="T72" fmla="*/ 84 w 1402"/>
                <a:gd name="T73" fmla="*/ 1036 h 1402"/>
                <a:gd name="T74" fmla="*/ 138 w 1402"/>
                <a:gd name="T75" fmla="*/ 1120 h 1402"/>
                <a:gd name="T76" fmla="*/ 204 w 1402"/>
                <a:gd name="T77" fmla="*/ 1196 h 1402"/>
                <a:gd name="T78" fmla="*/ 280 w 1402"/>
                <a:gd name="T79" fmla="*/ 1262 h 1402"/>
                <a:gd name="T80" fmla="*/ 366 w 1402"/>
                <a:gd name="T81" fmla="*/ 1318 h 1402"/>
                <a:gd name="T82" fmla="*/ 460 w 1402"/>
                <a:gd name="T83" fmla="*/ 1360 h 1402"/>
                <a:gd name="T84" fmla="*/ 558 w 1402"/>
                <a:gd name="T85" fmla="*/ 1388 h 1402"/>
                <a:gd name="T86" fmla="*/ 664 w 1402"/>
                <a:gd name="T87" fmla="*/ 1402 h 1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02" h="1402">
                  <a:moveTo>
                    <a:pt x="700" y="1402"/>
                  </a:moveTo>
                  <a:lnTo>
                    <a:pt x="700" y="1402"/>
                  </a:lnTo>
                  <a:lnTo>
                    <a:pt x="736" y="1402"/>
                  </a:lnTo>
                  <a:lnTo>
                    <a:pt x="772" y="1398"/>
                  </a:lnTo>
                  <a:lnTo>
                    <a:pt x="806" y="1394"/>
                  </a:lnTo>
                  <a:lnTo>
                    <a:pt x="842" y="1388"/>
                  </a:lnTo>
                  <a:lnTo>
                    <a:pt x="876" y="1380"/>
                  </a:lnTo>
                  <a:lnTo>
                    <a:pt x="908" y="1370"/>
                  </a:lnTo>
                  <a:lnTo>
                    <a:pt x="942" y="1360"/>
                  </a:lnTo>
                  <a:lnTo>
                    <a:pt x="972" y="1346"/>
                  </a:lnTo>
                  <a:lnTo>
                    <a:pt x="1004" y="1332"/>
                  </a:lnTo>
                  <a:lnTo>
                    <a:pt x="1034" y="1318"/>
                  </a:lnTo>
                  <a:lnTo>
                    <a:pt x="1064" y="1300"/>
                  </a:lnTo>
                  <a:lnTo>
                    <a:pt x="1092" y="1282"/>
                  </a:lnTo>
                  <a:lnTo>
                    <a:pt x="1120" y="1262"/>
                  </a:lnTo>
                  <a:lnTo>
                    <a:pt x="1146" y="1242"/>
                  </a:lnTo>
                  <a:lnTo>
                    <a:pt x="1172" y="1220"/>
                  </a:lnTo>
                  <a:lnTo>
                    <a:pt x="1196" y="1196"/>
                  </a:lnTo>
                  <a:lnTo>
                    <a:pt x="1220" y="1172"/>
                  </a:lnTo>
                  <a:lnTo>
                    <a:pt x="1242" y="1146"/>
                  </a:lnTo>
                  <a:lnTo>
                    <a:pt x="1262" y="1120"/>
                  </a:lnTo>
                  <a:lnTo>
                    <a:pt x="1282" y="1092"/>
                  </a:lnTo>
                  <a:lnTo>
                    <a:pt x="1300" y="1064"/>
                  </a:lnTo>
                  <a:lnTo>
                    <a:pt x="1316" y="1036"/>
                  </a:lnTo>
                  <a:lnTo>
                    <a:pt x="1332" y="1004"/>
                  </a:lnTo>
                  <a:lnTo>
                    <a:pt x="1346" y="974"/>
                  </a:lnTo>
                  <a:lnTo>
                    <a:pt x="1358" y="942"/>
                  </a:lnTo>
                  <a:lnTo>
                    <a:pt x="1370" y="910"/>
                  </a:lnTo>
                  <a:lnTo>
                    <a:pt x="1380" y="876"/>
                  </a:lnTo>
                  <a:lnTo>
                    <a:pt x="1386" y="842"/>
                  </a:lnTo>
                  <a:lnTo>
                    <a:pt x="1394" y="808"/>
                  </a:lnTo>
                  <a:lnTo>
                    <a:pt x="1398" y="772"/>
                  </a:lnTo>
                  <a:lnTo>
                    <a:pt x="1400" y="738"/>
                  </a:lnTo>
                  <a:lnTo>
                    <a:pt x="1402" y="700"/>
                  </a:lnTo>
                  <a:lnTo>
                    <a:pt x="1402" y="700"/>
                  </a:lnTo>
                  <a:lnTo>
                    <a:pt x="1400" y="664"/>
                  </a:lnTo>
                  <a:lnTo>
                    <a:pt x="1398" y="630"/>
                  </a:lnTo>
                  <a:lnTo>
                    <a:pt x="1394" y="594"/>
                  </a:lnTo>
                  <a:lnTo>
                    <a:pt x="1386" y="560"/>
                  </a:lnTo>
                  <a:lnTo>
                    <a:pt x="1380" y="526"/>
                  </a:lnTo>
                  <a:lnTo>
                    <a:pt x="1370" y="492"/>
                  </a:lnTo>
                  <a:lnTo>
                    <a:pt x="1358" y="460"/>
                  </a:lnTo>
                  <a:lnTo>
                    <a:pt x="1346" y="428"/>
                  </a:lnTo>
                  <a:lnTo>
                    <a:pt x="1332" y="398"/>
                  </a:lnTo>
                  <a:lnTo>
                    <a:pt x="1316" y="366"/>
                  </a:lnTo>
                  <a:lnTo>
                    <a:pt x="1300" y="338"/>
                  </a:lnTo>
                  <a:lnTo>
                    <a:pt x="1282" y="310"/>
                  </a:lnTo>
                  <a:lnTo>
                    <a:pt x="1262" y="282"/>
                  </a:lnTo>
                  <a:lnTo>
                    <a:pt x="1242" y="256"/>
                  </a:lnTo>
                  <a:lnTo>
                    <a:pt x="1220" y="230"/>
                  </a:lnTo>
                  <a:lnTo>
                    <a:pt x="1196" y="206"/>
                  </a:lnTo>
                  <a:lnTo>
                    <a:pt x="1172" y="182"/>
                  </a:lnTo>
                  <a:lnTo>
                    <a:pt x="1146" y="160"/>
                  </a:lnTo>
                  <a:lnTo>
                    <a:pt x="1120" y="140"/>
                  </a:lnTo>
                  <a:lnTo>
                    <a:pt x="1092" y="120"/>
                  </a:lnTo>
                  <a:lnTo>
                    <a:pt x="1064" y="102"/>
                  </a:lnTo>
                  <a:lnTo>
                    <a:pt x="1034" y="84"/>
                  </a:lnTo>
                  <a:lnTo>
                    <a:pt x="1004" y="70"/>
                  </a:lnTo>
                  <a:lnTo>
                    <a:pt x="972" y="56"/>
                  </a:lnTo>
                  <a:lnTo>
                    <a:pt x="942" y="42"/>
                  </a:lnTo>
                  <a:lnTo>
                    <a:pt x="908" y="32"/>
                  </a:lnTo>
                  <a:lnTo>
                    <a:pt x="876" y="22"/>
                  </a:lnTo>
                  <a:lnTo>
                    <a:pt x="842" y="14"/>
                  </a:lnTo>
                  <a:lnTo>
                    <a:pt x="806" y="8"/>
                  </a:lnTo>
                  <a:lnTo>
                    <a:pt x="772" y="4"/>
                  </a:lnTo>
                  <a:lnTo>
                    <a:pt x="736" y="2"/>
                  </a:lnTo>
                  <a:lnTo>
                    <a:pt x="700" y="0"/>
                  </a:lnTo>
                  <a:lnTo>
                    <a:pt x="700" y="0"/>
                  </a:lnTo>
                  <a:lnTo>
                    <a:pt x="664" y="2"/>
                  </a:lnTo>
                  <a:lnTo>
                    <a:pt x="628" y="4"/>
                  </a:lnTo>
                  <a:lnTo>
                    <a:pt x="594" y="8"/>
                  </a:lnTo>
                  <a:lnTo>
                    <a:pt x="558" y="14"/>
                  </a:lnTo>
                  <a:lnTo>
                    <a:pt x="524" y="22"/>
                  </a:lnTo>
                  <a:lnTo>
                    <a:pt x="492" y="32"/>
                  </a:lnTo>
                  <a:lnTo>
                    <a:pt x="460" y="42"/>
                  </a:lnTo>
                  <a:lnTo>
                    <a:pt x="428" y="56"/>
                  </a:lnTo>
                  <a:lnTo>
                    <a:pt x="396" y="70"/>
                  </a:lnTo>
                  <a:lnTo>
                    <a:pt x="366" y="84"/>
                  </a:lnTo>
                  <a:lnTo>
                    <a:pt x="336" y="102"/>
                  </a:lnTo>
                  <a:lnTo>
                    <a:pt x="308" y="120"/>
                  </a:lnTo>
                  <a:lnTo>
                    <a:pt x="280" y="140"/>
                  </a:lnTo>
                  <a:lnTo>
                    <a:pt x="254" y="160"/>
                  </a:lnTo>
                  <a:lnTo>
                    <a:pt x="228" y="182"/>
                  </a:lnTo>
                  <a:lnTo>
                    <a:pt x="204" y="206"/>
                  </a:lnTo>
                  <a:lnTo>
                    <a:pt x="182" y="230"/>
                  </a:lnTo>
                  <a:lnTo>
                    <a:pt x="160" y="256"/>
                  </a:lnTo>
                  <a:lnTo>
                    <a:pt x="138" y="282"/>
                  </a:lnTo>
                  <a:lnTo>
                    <a:pt x="120" y="310"/>
                  </a:lnTo>
                  <a:lnTo>
                    <a:pt x="100" y="338"/>
                  </a:lnTo>
                  <a:lnTo>
                    <a:pt x="84" y="366"/>
                  </a:lnTo>
                  <a:lnTo>
                    <a:pt x="68" y="398"/>
                  </a:lnTo>
                  <a:lnTo>
                    <a:pt x="54" y="428"/>
                  </a:lnTo>
                  <a:lnTo>
                    <a:pt x="42" y="460"/>
                  </a:lnTo>
                  <a:lnTo>
                    <a:pt x="30" y="492"/>
                  </a:lnTo>
                  <a:lnTo>
                    <a:pt x="22" y="526"/>
                  </a:lnTo>
                  <a:lnTo>
                    <a:pt x="14" y="560"/>
                  </a:lnTo>
                  <a:lnTo>
                    <a:pt x="8" y="594"/>
                  </a:lnTo>
                  <a:lnTo>
                    <a:pt x="2" y="630"/>
                  </a:lnTo>
                  <a:lnTo>
                    <a:pt x="0" y="664"/>
                  </a:lnTo>
                  <a:lnTo>
                    <a:pt x="0" y="700"/>
                  </a:lnTo>
                  <a:lnTo>
                    <a:pt x="0" y="700"/>
                  </a:lnTo>
                  <a:lnTo>
                    <a:pt x="0" y="738"/>
                  </a:lnTo>
                  <a:lnTo>
                    <a:pt x="2" y="772"/>
                  </a:lnTo>
                  <a:lnTo>
                    <a:pt x="8" y="808"/>
                  </a:lnTo>
                  <a:lnTo>
                    <a:pt x="14" y="842"/>
                  </a:lnTo>
                  <a:lnTo>
                    <a:pt x="22" y="876"/>
                  </a:lnTo>
                  <a:lnTo>
                    <a:pt x="30" y="910"/>
                  </a:lnTo>
                  <a:lnTo>
                    <a:pt x="42" y="942"/>
                  </a:lnTo>
                  <a:lnTo>
                    <a:pt x="54" y="974"/>
                  </a:lnTo>
                  <a:lnTo>
                    <a:pt x="68" y="1004"/>
                  </a:lnTo>
                  <a:lnTo>
                    <a:pt x="84" y="1036"/>
                  </a:lnTo>
                  <a:lnTo>
                    <a:pt x="100" y="1064"/>
                  </a:lnTo>
                  <a:lnTo>
                    <a:pt x="120" y="1092"/>
                  </a:lnTo>
                  <a:lnTo>
                    <a:pt x="138" y="1120"/>
                  </a:lnTo>
                  <a:lnTo>
                    <a:pt x="160" y="1146"/>
                  </a:lnTo>
                  <a:lnTo>
                    <a:pt x="182" y="1172"/>
                  </a:lnTo>
                  <a:lnTo>
                    <a:pt x="204" y="1196"/>
                  </a:lnTo>
                  <a:lnTo>
                    <a:pt x="228" y="1220"/>
                  </a:lnTo>
                  <a:lnTo>
                    <a:pt x="254" y="1242"/>
                  </a:lnTo>
                  <a:lnTo>
                    <a:pt x="280" y="1262"/>
                  </a:lnTo>
                  <a:lnTo>
                    <a:pt x="308" y="1282"/>
                  </a:lnTo>
                  <a:lnTo>
                    <a:pt x="336" y="1300"/>
                  </a:lnTo>
                  <a:lnTo>
                    <a:pt x="366" y="1318"/>
                  </a:lnTo>
                  <a:lnTo>
                    <a:pt x="396" y="1332"/>
                  </a:lnTo>
                  <a:lnTo>
                    <a:pt x="428" y="1346"/>
                  </a:lnTo>
                  <a:lnTo>
                    <a:pt x="460" y="1360"/>
                  </a:lnTo>
                  <a:lnTo>
                    <a:pt x="492" y="1370"/>
                  </a:lnTo>
                  <a:lnTo>
                    <a:pt x="524" y="1380"/>
                  </a:lnTo>
                  <a:lnTo>
                    <a:pt x="558" y="1388"/>
                  </a:lnTo>
                  <a:lnTo>
                    <a:pt x="594" y="1394"/>
                  </a:lnTo>
                  <a:lnTo>
                    <a:pt x="628" y="1398"/>
                  </a:lnTo>
                  <a:lnTo>
                    <a:pt x="664" y="1402"/>
                  </a:lnTo>
                  <a:lnTo>
                    <a:pt x="700" y="1402"/>
                  </a:lnTo>
                  <a:close/>
                </a:path>
              </a:pathLst>
            </a:custGeom>
            <a:solidFill>
              <a:srgbClr val="C20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6" name="Freeform 62">
              <a:extLst>
                <a:ext uri="{FF2B5EF4-FFF2-40B4-BE49-F238E27FC236}">
                  <a16:creationId xmlns:a16="http://schemas.microsoft.com/office/drawing/2014/main" id="{946C0367-7472-4C25-9CCF-69E93B4BC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468" y="6636844"/>
              <a:ext cx="108942" cy="108940"/>
            </a:xfrm>
            <a:custGeom>
              <a:avLst/>
              <a:gdLst>
                <a:gd name="T0" fmla="*/ 736 w 1402"/>
                <a:gd name="T1" fmla="*/ 1402 h 1402"/>
                <a:gd name="T2" fmla="*/ 842 w 1402"/>
                <a:gd name="T3" fmla="*/ 1388 h 1402"/>
                <a:gd name="T4" fmla="*/ 942 w 1402"/>
                <a:gd name="T5" fmla="*/ 1360 h 1402"/>
                <a:gd name="T6" fmla="*/ 1034 w 1402"/>
                <a:gd name="T7" fmla="*/ 1318 h 1402"/>
                <a:gd name="T8" fmla="*/ 1120 w 1402"/>
                <a:gd name="T9" fmla="*/ 1262 h 1402"/>
                <a:gd name="T10" fmla="*/ 1196 w 1402"/>
                <a:gd name="T11" fmla="*/ 1196 h 1402"/>
                <a:gd name="T12" fmla="*/ 1262 w 1402"/>
                <a:gd name="T13" fmla="*/ 1120 h 1402"/>
                <a:gd name="T14" fmla="*/ 1316 w 1402"/>
                <a:gd name="T15" fmla="*/ 1036 h 1402"/>
                <a:gd name="T16" fmla="*/ 1358 w 1402"/>
                <a:gd name="T17" fmla="*/ 942 h 1402"/>
                <a:gd name="T18" fmla="*/ 1386 w 1402"/>
                <a:gd name="T19" fmla="*/ 842 h 1402"/>
                <a:gd name="T20" fmla="*/ 1400 w 1402"/>
                <a:gd name="T21" fmla="*/ 738 h 1402"/>
                <a:gd name="T22" fmla="*/ 1400 w 1402"/>
                <a:gd name="T23" fmla="*/ 664 h 1402"/>
                <a:gd name="T24" fmla="*/ 1386 w 1402"/>
                <a:gd name="T25" fmla="*/ 560 h 1402"/>
                <a:gd name="T26" fmla="*/ 1358 w 1402"/>
                <a:gd name="T27" fmla="*/ 460 h 1402"/>
                <a:gd name="T28" fmla="*/ 1316 w 1402"/>
                <a:gd name="T29" fmla="*/ 366 h 1402"/>
                <a:gd name="T30" fmla="*/ 1262 w 1402"/>
                <a:gd name="T31" fmla="*/ 282 h 1402"/>
                <a:gd name="T32" fmla="*/ 1196 w 1402"/>
                <a:gd name="T33" fmla="*/ 206 h 1402"/>
                <a:gd name="T34" fmla="*/ 1120 w 1402"/>
                <a:gd name="T35" fmla="*/ 140 h 1402"/>
                <a:gd name="T36" fmla="*/ 1034 w 1402"/>
                <a:gd name="T37" fmla="*/ 84 h 1402"/>
                <a:gd name="T38" fmla="*/ 942 w 1402"/>
                <a:gd name="T39" fmla="*/ 42 h 1402"/>
                <a:gd name="T40" fmla="*/ 842 w 1402"/>
                <a:gd name="T41" fmla="*/ 14 h 1402"/>
                <a:gd name="T42" fmla="*/ 736 w 1402"/>
                <a:gd name="T43" fmla="*/ 2 h 1402"/>
                <a:gd name="T44" fmla="*/ 664 w 1402"/>
                <a:gd name="T45" fmla="*/ 2 h 1402"/>
                <a:gd name="T46" fmla="*/ 558 w 1402"/>
                <a:gd name="T47" fmla="*/ 14 h 1402"/>
                <a:gd name="T48" fmla="*/ 460 w 1402"/>
                <a:gd name="T49" fmla="*/ 42 h 1402"/>
                <a:gd name="T50" fmla="*/ 366 w 1402"/>
                <a:gd name="T51" fmla="*/ 84 h 1402"/>
                <a:gd name="T52" fmla="*/ 280 w 1402"/>
                <a:gd name="T53" fmla="*/ 140 h 1402"/>
                <a:gd name="T54" fmla="*/ 204 w 1402"/>
                <a:gd name="T55" fmla="*/ 206 h 1402"/>
                <a:gd name="T56" fmla="*/ 138 w 1402"/>
                <a:gd name="T57" fmla="*/ 282 h 1402"/>
                <a:gd name="T58" fmla="*/ 84 w 1402"/>
                <a:gd name="T59" fmla="*/ 366 h 1402"/>
                <a:gd name="T60" fmla="*/ 42 w 1402"/>
                <a:gd name="T61" fmla="*/ 460 h 1402"/>
                <a:gd name="T62" fmla="*/ 14 w 1402"/>
                <a:gd name="T63" fmla="*/ 560 h 1402"/>
                <a:gd name="T64" fmla="*/ 0 w 1402"/>
                <a:gd name="T65" fmla="*/ 664 h 1402"/>
                <a:gd name="T66" fmla="*/ 0 w 1402"/>
                <a:gd name="T67" fmla="*/ 738 h 1402"/>
                <a:gd name="T68" fmla="*/ 14 w 1402"/>
                <a:gd name="T69" fmla="*/ 842 h 1402"/>
                <a:gd name="T70" fmla="*/ 42 w 1402"/>
                <a:gd name="T71" fmla="*/ 942 h 1402"/>
                <a:gd name="T72" fmla="*/ 84 w 1402"/>
                <a:gd name="T73" fmla="*/ 1036 h 1402"/>
                <a:gd name="T74" fmla="*/ 138 w 1402"/>
                <a:gd name="T75" fmla="*/ 1120 h 1402"/>
                <a:gd name="T76" fmla="*/ 204 w 1402"/>
                <a:gd name="T77" fmla="*/ 1196 h 1402"/>
                <a:gd name="T78" fmla="*/ 280 w 1402"/>
                <a:gd name="T79" fmla="*/ 1262 h 1402"/>
                <a:gd name="T80" fmla="*/ 366 w 1402"/>
                <a:gd name="T81" fmla="*/ 1318 h 1402"/>
                <a:gd name="T82" fmla="*/ 460 w 1402"/>
                <a:gd name="T83" fmla="*/ 1360 h 1402"/>
                <a:gd name="T84" fmla="*/ 558 w 1402"/>
                <a:gd name="T85" fmla="*/ 1388 h 1402"/>
                <a:gd name="T86" fmla="*/ 664 w 1402"/>
                <a:gd name="T87" fmla="*/ 1402 h 1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02" h="1402">
                  <a:moveTo>
                    <a:pt x="700" y="1402"/>
                  </a:moveTo>
                  <a:lnTo>
                    <a:pt x="700" y="1402"/>
                  </a:lnTo>
                  <a:lnTo>
                    <a:pt x="736" y="1402"/>
                  </a:lnTo>
                  <a:lnTo>
                    <a:pt x="772" y="1398"/>
                  </a:lnTo>
                  <a:lnTo>
                    <a:pt x="806" y="1394"/>
                  </a:lnTo>
                  <a:lnTo>
                    <a:pt x="842" y="1388"/>
                  </a:lnTo>
                  <a:lnTo>
                    <a:pt x="876" y="1380"/>
                  </a:lnTo>
                  <a:lnTo>
                    <a:pt x="908" y="1370"/>
                  </a:lnTo>
                  <a:lnTo>
                    <a:pt x="942" y="1360"/>
                  </a:lnTo>
                  <a:lnTo>
                    <a:pt x="972" y="1346"/>
                  </a:lnTo>
                  <a:lnTo>
                    <a:pt x="1004" y="1332"/>
                  </a:lnTo>
                  <a:lnTo>
                    <a:pt x="1034" y="1318"/>
                  </a:lnTo>
                  <a:lnTo>
                    <a:pt x="1064" y="1300"/>
                  </a:lnTo>
                  <a:lnTo>
                    <a:pt x="1092" y="1282"/>
                  </a:lnTo>
                  <a:lnTo>
                    <a:pt x="1120" y="1262"/>
                  </a:lnTo>
                  <a:lnTo>
                    <a:pt x="1146" y="1242"/>
                  </a:lnTo>
                  <a:lnTo>
                    <a:pt x="1172" y="1220"/>
                  </a:lnTo>
                  <a:lnTo>
                    <a:pt x="1196" y="1196"/>
                  </a:lnTo>
                  <a:lnTo>
                    <a:pt x="1220" y="1172"/>
                  </a:lnTo>
                  <a:lnTo>
                    <a:pt x="1242" y="1146"/>
                  </a:lnTo>
                  <a:lnTo>
                    <a:pt x="1262" y="1120"/>
                  </a:lnTo>
                  <a:lnTo>
                    <a:pt x="1282" y="1092"/>
                  </a:lnTo>
                  <a:lnTo>
                    <a:pt x="1300" y="1064"/>
                  </a:lnTo>
                  <a:lnTo>
                    <a:pt x="1316" y="1036"/>
                  </a:lnTo>
                  <a:lnTo>
                    <a:pt x="1332" y="1004"/>
                  </a:lnTo>
                  <a:lnTo>
                    <a:pt x="1346" y="974"/>
                  </a:lnTo>
                  <a:lnTo>
                    <a:pt x="1358" y="942"/>
                  </a:lnTo>
                  <a:lnTo>
                    <a:pt x="1370" y="910"/>
                  </a:lnTo>
                  <a:lnTo>
                    <a:pt x="1380" y="876"/>
                  </a:lnTo>
                  <a:lnTo>
                    <a:pt x="1386" y="842"/>
                  </a:lnTo>
                  <a:lnTo>
                    <a:pt x="1394" y="808"/>
                  </a:lnTo>
                  <a:lnTo>
                    <a:pt x="1398" y="772"/>
                  </a:lnTo>
                  <a:lnTo>
                    <a:pt x="1400" y="738"/>
                  </a:lnTo>
                  <a:lnTo>
                    <a:pt x="1402" y="700"/>
                  </a:lnTo>
                  <a:lnTo>
                    <a:pt x="1402" y="700"/>
                  </a:lnTo>
                  <a:lnTo>
                    <a:pt x="1400" y="664"/>
                  </a:lnTo>
                  <a:lnTo>
                    <a:pt x="1398" y="630"/>
                  </a:lnTo>
                  <a:lnTo>
                    <a:pt x="1394" y="594"/>
                  </a:lnTo>
                  <a:lnTo>
                    <a:pt x="1386" y="560"/>
                  </a:lnTo>
                  <a:lnTo>
                    <a:pt x="1380" y="526"/>
                  </a:lnTo>
                  <a:lnTo>
                    <a:pt x="1370" y="492"/>
                  </a:lnTo>
                  <a:lnTo>
                    <a:pt x="1358" y="460"/>
                  </a:lnTo>
                  <a:lnTo>
                    <a:pt x="1346" y="428"/>
                  </a:lnTo>
                  <a:lnTo>
                    <a:pt x="1332" y="398"/>
                  </a:lnTo>
                  <a:lnTo>
                    <a:pt x="1316" y="366"/>
                  </a:lnTo>
                  <a:lnTo>
                    <a:pt x="1300" y="338"/>
                  </a:lnTo>
                  <a:lnTo>
                    <a:pt x="1282" y="310"/>
                  </a:lnTo>
                  <a:lnTo>
                    <a:pt x="1262" y="282"/>
                  </a:lnTo>
                  <a:lnTo>
                    <a:pt x="1242" y="256"/>
                  </a:lnTo>
                  <a:lnTo>
                    <a:pt x="1220" y="230"/>
                  </a:lnTo>
                  <a:lnTo>
                    <a:pt x="1196" y="206"/>
                  </a:lnTo>
                  <a:lnTo>
                    <a:pt x="1172" y="182"/>
                  </a:lnTo>
                  <a:lnTo>
                    <a:pt x="1146" y="160"/>
                  </a:lnTo>
                  <a:lnTo>
                    <a:pt x="1120" y="140"/>
                  </a:lnTo>
                  <a:lnTo>
                    <a:pt x="1092" y="120"/>
                  </a:lnTo>
                  <a:lnTo>
                    <a:pt x="1064" y="102"/>
                  </a:lnTo>
                  <a:lnTo>
                    <a:pt x="1034" y="84"/>
                  </a:lnTo>
                  <a:lnTo>
                    <a:pt x="1004" y="70"/>
                  </a:lnTo>
                  <a:lnTo>
                    <a:pt x="972" y="56"/>
                  </a:lnTo>
                  <a:lnTo>
                    <a:pt x="942" y="42"/>
                  </a:lnTo>
                  <a:lnTo>
                    <a:pt x="908" y="32"/>
                  </a:lnTo>
                  <a:lnTo>
                    <a:pt x="876" y="22"/>
                  </a:lnTo>
                  <a:lnTo>
                    <a:pt x="842" y="14"/>
                  </a:lnTo>
                  <a:lnTo>
                    <a:pt x="806" y="8"/>
                  </a:lnTo>
                  <a:lnTo>
                    <a:pt x="772" y="4"/>
                  </a:lnTo>
                  <a:lnTo>
                    <a:pt x="736" y="2"/>
                  </a:lnTo>
                  <a:lnTo>
                    <a:pt x="700" y="0"/>
                  </a:lnTo>
                  <a:lnTo>
                    <a:pt x="700" y="0"/>
                  </a:lnTo>
                  <a:lnTo>
                    <a:pt x="664" y="2"/>
                  </a:lnTo>
                  <a:lnTo>
                    <a:pt x="628" y="4"/>
                  </a:lnTo>
                  <a:lnTo>
                    <a:pt x="594" y="8"/>
                  </a:lnTo>
                  <a:lnTo>
                    <a:pt x="558" y="14"/>
                  </a:lnTo>
                  <a:lnTo>
                    <a:pt x="524" y="22"/>
                  </a:lnTo>
                  <a:lnTo>
                    <a:pt x="492" y="32"/>
                  </a:lnTo>
                  <a:lnTo>
                    <a:pt x="460" y="42"/>
                  </a:lnTo>
                  <a:lnTo>
                    <a:pt x="428" y="56"/>
                  </a:lnTo>
                  <a:lnTo>
                    <a:pt x="396" y="70"/>
                  </a:lnTo>
                  <a:lnTo>
                    <a:pt x="366" y="84"/>
                  </a:lnTo>
                  <a:lnTo>
                    <a:pt x="336" y="102"/>
                  </a:lnTo>
                  <a:lnTo>
                    <a:pt x="308" y="120"/>
                  </a:lnTo>
                  <a:lnTo>
                    <a:pt x="280" y="140"/>
                  </a:lnTo>
                  <a:lnTo>
                    <a:pt x="254" y="160"/>
                  </a:lnTo>
                  <a:lnTo>
                    <a:pt x="228" y="182"/>
                  </a:lnTo>
                  <a:lnTo>
                    <a:pt x="204" y="206"/>
                  </a:lnTo>
                  <a:lnTo>
                    <a:pt x="182" y="230"/>
                  </a:lnTo>
                  <a:lnTo>
                    <a:pt x="160" y="256"/>
                  </a:lnTo>
                  <a:lnTo>
                    <a:pt x="138" y="282"/>
                  </a:lnTo>
                  <a:lnTo>
                    <a:pt x="120" y="310"/>
                  </a:lnTo>
                  <a:lnTo>
                    <a:pt x="100" y="338"/>
                  </a:lnTo>
                  <a:lnTo>
                    <a:pt x="84" y="366"/>
                  </a:lnTo>
                  <a:lnTo>
                    <a:pt x="68" y="398"/>
                  </a:lnTo>
                  <a:lnTo>
                    <a:pt x="54" y="428"/>
                  </a:lnTo>
                  <a:lnTo>
                    <a:pt x="42" y="460"/>
                  </a:lnTo>
                  <a:lnTo>
                    <a:pt x="30" y="492"/>
                  </a:lnTo>
                  <a:lnTo>
                    <a:pt x="22" y="526"/>
                  </a:lnTo>
                  <a:lnTo>
                    <a:pt x="14" y="560"/>
                  </a:lnTo>
                  <a:lnTo>
                    <a:pt x="8" y="594"/>
                  </a:lnTo>
                  <a:lnTo>
                    <a:pt x="2" y="630"/>
                  </a:lnTo>
                  <a:lnTo>
                    <a:pt x="0" y="664"/>
                  </a:lnTo>
                  <a:lnTo>
                    <a:pt x="0" y="700"/>
                  </a:lnTo>
                  <a:lnTo>
                    <a:pt x="0" y="700"/>
                  </a:lnTo>
                  <a:lnTo>
                    <a:pt x="0" y="738"/>
                  </a:lnTo>
                  <a:lnTo>
                    <a:pt x="2" y="772"/>
                  </a:lnTo>
                  <a:lnTo>
                    <a:pt x="8" y="808"/>
                  </a:lnTo>
                  <a:lnTo>
                    <a:pt x="14" y="842"/>
                  </a:lnTo>
                  <a:lnTo>
                    <a:pt x="22" y="876"/>
                  </a:lnTo>
                  <a:lnTo>
                    <a:pt x="30" y="910"/>
                  </a:lnTo>
                  <a:lnTo>
                    <a:pt x="42" y="942"/>
                  </a:lnTo>
                  <a:lnTo>
                    <a:pt x="54" y="974"/>
                  </a:lnTo>
                  <a:lnTo>
                    <a:pt x="68" y="1004"/>
                  </a:lnTo>
                  <a:lnTo>
                    <a:pt x="84" y="1036"/>
                  </a:lnTo>
                  <a:lnTo>
                    <a:pt x="100" y="1064"/>
                  </a:lnTo>
                  <a:lnTo>
                    <a:pt x="120" y="1092"/>
                  </a:lnTo>
                  <a:lnTo>
                    <a:pt x="138" y="1120"/>
                  </a:lnTo>
                  <a:lnTo>
                    <a:pt x="160" y="1146"/>
                  </a:lnTo>
                  <a:lnTo>
                    <a:pt x="182" y="1172"/>
                  </a:lnTo>
                  <a:lnTo>
                    <a:pt x="204" y="1196"/>
                  </a:lnTo>
                  <a:lnTo>
                    <a:pt x="228" y="1220"/>
                  </a:lnTo>
                  <a:lnTo>
                    <a:pt x="254" y="1242"/>
                  </a:lnTo>
                  <a:lnTo>
                    <a:pt x="280" y="1262"/>
                  </a:lnTo>
                  <a:lnTo>
                    <a:pt x="308" y="1282"/>
                  </a:lnTo>
                  <a:lnTo>
                    <a:pt x="336" y="1300"/>
                  </a:lnTo>
                  <a:lnTo>
                    <a:pt x="366" y="1318"/>
                  </a:lnTo>
                  <a:lnTo>
                    <a:pt x="396" y="1332"/>
                  </a:lnTo>
                  <a:lnTo>
                    <a:pt x="428" y="1346"/>
                  </a:lnTo>
                  <a:lnTo>
                    <a:pt x="460" y="1360"/>
                  </a:lnTo>
                  <a:lnTo>
                    <a:pt x="492" y="1370"/>
                  </a:lnTo>
                  <a:lnTo>
                    <a:pt x="524" y="1380"/>
                  </a:lnTo>
                  <a:lnTo>
                    <a:pt x="558" y="1388"/>
                  </a:lnTo>
                  <a:lnTo>
                    <a:pt x="594" y="1394"/>
                  </a:lnTo>
                  <a:lnTo>
                    <a:pt x="628" y="1398"/>
                  </a:lnTo>
                  <a:lnTo>
                    <a:pt x="664" y="1402"/>
                  </a:lnTo>
                  <a:lnTo>
                    <a:pt x="700" y="140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7" name="Freeform 63">
              <a:extLst>
                <a:ext uri="{FF2B5EF4-FFF2-40B4-BE49-F238E27FC236}">
                  <a16:creationId xmlns:a16="http://schemas.microsoft.com/office/drawing/2014/main" id="{B154E3F9-2B56-48EA-A534-14846B4F0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685" y="6667459"/>
              <a:ext cx="15230" cy="47710"/>
            </a:xfrm>
            <a:custGeom>
              <a:avLst/>
              <a:gdLst>
                <a:gd name="T0" fmla="*/ 0 w 196"/>
                <a:gd name="T1" fmla="*/ 0 h 614"/>
                <a:gd name="T2" fmla="*/ 0 w 196"/>
                <a:gd name="T3" fmla="*/ 614 h 614"/>
                <a:gd name="T4" fmla="*/ 196 w 196"/>
                <a:gd name="T5" fmla="*/ 614 h 614"/>
                <a:gd name="T6" fmla="*/ 196 w 196"/>
                <a:gd name="T7" fmla="*/ 560 h 614"/>
                <a:gd name="T8" fmla="*/ 56 w 196"/>
                <a:gd name="T9" fmla="*/ 560 h 614"/>
                <a:gd name="T10" fmla="*/ 56 w 196"/>
                <a:gd name="T11" fmla="*/ 0 h 614"/>
                <a:gd name="T12" fmla="*/ 0 w 196"/>
                <a:gd name="T13" fmla="*/ 0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614">
                  <a:moveTo>
                    <a:pt x="0" y="0"/>
                  </a:moveTo>
                  <a:lnTo>
                    <a:pt x="0" y="614"/>
                  </a:lnTo>
                  <a:lnTo>
                    <a:pt x="196" y="614"/>
                  </a:lnTo>
                  <a:lnTo>
                    <a:pt x="196" y="560"/>
                  </a:lnTo>
                  <a:lnTo>
                    <a:pt x="56" y="560"/>
                  </a:lnTo>
                  <a:lnTo>
                    <a:pt x="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8" name="Freeform 64">
              <a:extLst>
                <a:ext uri="{FF2B5EF4-FFF2-40B4-BE49-F238E27FC236}">
                  <a16:creationId xmlns:a16="http://schemas.microsoft.com/office/drawing/2014/main" id="{550153A4-E286-4114-9018-BEC9A5FC9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5928" y="6667459"/>
              <a:ext cx="13054" cy="13054"/>
            </a:xfrm>
            <a:custGeom>
              <a:avLst/>
              <a:gdLst>
                <a:gd name="T0" fmla="*/ 84 w 168"/>
                <a:gd name="T1" fmla="*/ 168 h 168"/>
                <a:gd name="T2" fmla="*/ 84 w 168"/>
                <a:gd name="T3" fmla="*/ 168 h 168"/>
                <a:gd name="T4" fmla="*/ 102 w 168"/>
                <a:gd name="T5" fmla="*/ 166 h 168"/>
                <a:gd name="T6" fmla="*/ 118 w 168"/>
                <a:gd name="T7" fmla="*/ 160 h 168"/>
                <a:gd name="T8" fmla="*/ 132 w 168"/>
                <a:gd name="T9" fmla="*/ 152 h 168"/>
                <a:gd name="T10" fmla="*/ 144 w 168"/>
                <a:gd name="T11" fmla="*/ 142 h 168"/>
                <a:gd name="T12" fmla="*/ 154 w 168"/>
                <a:gd name="T13" fmla="*/ 130 h 168"/>
                <a:gd name="T14" fmla="*/ 162 w 168"/>
                <a:gd name="T15" fmla="*/ 116 h 168"/>
                <a:gd name="T16" fmla="*/ 166 w 168"/>
                <a:gd name="T17" fmla="*/ 100 h 168"/>
                <a:gd name="T18" fmla="*/ 168 w 168"/>
                <a:gd name="T19" fmla="*/ 84 h 168"/>
                <a:gd name="T20" fmla="*/ 168 w 168"/>
                <a:gd name="T21" fmla="*/ 84 h 168"/>
                <a:gd name="T22" fmla="*/ 166 w 168"/>
                <a:gd name="T23" fmla="*/ 66 h 168"/>
                <a:gd name="T24" fmla="*/ 162 w 168"/>
                <a:gd name="T25" fmla="*/ 50 h 168"/>
                <a:gd name="T26" fmla="*/ 154 w 168"/>
                <a:gd name="T27" fmla="*/ 36 h 168"/>
                <a:gd name="T28" fmla="*/ 144 w 168"/>
                <a:gd name="T29" fmla="*/ 24 h 168"/>
                <a:gd name="T30" fmla="*/ 132 w 168"/>
                <a:gd name="T31" fmla="*/ 14 h 168"/>
                <a:gd name="T32" fmla="*/ 118 w 168"/>
                <a:gd name="T33" fmla="*/ 6 h 168"/>
                <a:gd name="T34" fmla="*/ 102 w 168"/>
                <a:gd name="T35" fmla="*/ 0 h 168"/>
                <a:gd name="T36" fmla="*/ 84 w 168"/>
                <a:gd name="T37" fmla="*/ 0 h 168"/>
                <a:gd name="T38" fmla="*/ 84 w 168"/>
                <a:gd name="T39" fmla="*/ 0 h 168"/>
                <a:gd name="T40" fmla="*/ 68 w 168"/>
                <a:gd name="T41" fmla="*/ 0 h 168"/>
                <a:gd name="T42" fmla="*/ 52 w 168"/>
                <a:gd name="T43" fmla="*/ 6 h 168"/>
                <a:gd name="T44" fmla="*/ 38 w 168"/>
                <a:gd name="T45" fmla="*/ 14 h 168"/>
                <a:gd name="T46" fmla="*/ 26 w 168"/>
                <a:gd name="T47" fmla="*/ 24 h 168"/>
                <a:gd name="T48" fmla="*/ 14 w 168"/>
                <a:gd name="T49" fmla="*/ 36 h 168"/>
                <a:gd name="T50" fmla="*/ 8 w 168"/>
                <a:gd name="T51" fmla="*/ 50 h 168"/>
                <a:gd name="T52" fmla="*/ 2 w 168"/>
                <a:gd name="T53" fmla="*/ 66 h 168"/>
                <a:gd name="T54" fmla="*/ 0 w 168"/>
                <a:gd name="T55" fmla="*/ 84 h 168"/>
                <a:gd name="T56" fmla="*/ 0 w 168"/>
                <a:gd name="T57" fmla="*/ 84 h 168"/>
                <a:gd name="T58" fmla="*/ 2 w 168"/>
                <a:gd name="T59" fmla="*/ 100 h 168"/>
                <a:gd name="T60" fmla="*/ 8 w 168"/>
                <a:gd name="T61" fmla="*/ 116 h 168"/>
                <a:gd name="T62" fmla="*/ 14 w 168"/>
                <a:gd name="T63" fmla="*/ 130 h 168"/>
                <a:gd name="T64" fmla="*/ 26 w 168"/>
                <a:gd name="T65" fmla="*/ 142 h 168"/>
                <a:gd name="T66" fmla="*/ 38 w 168"/>
                <a:gd name="T67" fmla="*/ 152 h 168"/>
                <a:gd name="T68" fmla="*/ 52 w 168"/>
                <a:gd name="T69" fmla="*/ 160 h 168"/>
                <a:gd name="T70" fmla="*/ 68 w 168"/>
                <a:gd name="T71" fmla="*/ 166 h 168"/>
                <a:gd name="T72" fmla="*/ 84 w 168"/>
                <a:gd name="T73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68" h="168">
                  <a:moveTo>
                    <a:pt x="84" y="168"/>
                  </a:moveTo>
                  <a:lnTo>
                    <a:pt x="84" y="168"/>
                  </a:lnTo>
                  <a:lnTo>
                    <a:pt x="102" y="166"/>
                  </a:lnTo>
                  <a:lnTo>
                    <a:pt x="118" y="160"/>
                  </a:lnTo>
                  <a:lnTo>
                    <a:pt x="132" y="152"/>
                  </a:lnTo>
                  <a:lnTo>
                    <a:pt x="144" y="142"/>
                  </a:lnTo>
                  <a:lnTo>
                    <a:pt x="154" y="130"/>
                  </a:lnTo>
                  <a:lnTo>
                    <a:pt x="162" y="116"/>
                  </a:lnTo>
                  <a:lnTo>
                    <a:pt x="166" y="100"/>
                  </a:lnTo>
                  <a:lnTo>
                    <a:pt x="168" y="84"/>
                  </a:lnTo>
                  <a:lnTo>
                    <a:pt x="168" y="84"/>
                  </a:lnTo>
                  <a:lnTo>
                    <a:pt x="166" y="66"/>
                  </a:lnTo>
                  <a:lnTo>
                    <a:pt x="162" y="50"/>
                  </a:lnTo>
                  <a:lnTo>
                    <a:pt x="154" y="36"/>
                  </a:lnTo>
                  <a:lnTo>
                    <a:pt x="144" y="24"/>
                  </a:lnTo>
                  <a:lnTo>
                    <a:pt x="132" y="14"/>
                  </a:lnTo>
                  <a:lnTo>
                    <a:pt x="118" y="6"/>
                  </a:lnTo>
                  <a:lnTo>
                    <a:pt x="102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68" y="0"/>
                  </a:lnTo>
                  <a:lnTo>
                    <a:pt x="52" y="6"/>
                  </a:lnTo>
                  <a:lnTo>
                    <a:pt x="38" y="14"/>
                  </a:lnTo>
                  <a:lnTo>
                    <a:pt x="26" y="24"/>
                  </a:lnTo>
                  <a:lnTo>
                    <a:pt x="14" y="36"/>
                  </a:lnTo>
                  <a:lnTo>
                    <a:pt x="8" y="50"/>
                  </a:lnTo>
                  <a:lnTo>
                    <a:pt x="2" y="66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2" y="100"/>
                  </a:lnTo>
                  <a:lnTo>
                    <a:pt x="8" y="116"/>
                  </a:lnTo>
                  <a:lnTo>
                    <a:pt x="14" y="130"/>
                  </a:lnTo>
                  <a:lnTo>
                    <a:pt x="26" y="142"/>
                  </a:lnTo>
                  <a:lnTo>
                    <a:pt x="38" y="152"/>
                  </a:lnTo>
                  <a:lnTo>
                    <a:pt x="52" y="160"/>
                  </a:lnTo>
                  <a:lnTo>
                    <a:pt x="68" y="166"/>
                  </a:lnTo>
                  <a:lnTo>
                    <a:pt x="84" y="1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9" name="Freeform 65">
              <a:extLst>
                <a:ext uri="{FF2B5EF4-FFF2-40B4-BE49-F238E27FC236}">
                  <a16:creationId xmlns:a16="http://schemas.microsoft.com/office/drawing/2014/main" id="{CA230633-15E7-47FF-9582-21247FC64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5928" y="6667459"/>
              <a:ext cx="13054" cy="13054"/>
            </a:xfrm>
            <a:custGeom>
              <a:avLst/>
              <a:gdLst>
                <a:gd name="T0" fmla="*/ 84 w 168"/>
                <a:gd name="T1" fmla="*/ 168 h 168"/>
                <a:gd name="T2" fmla="*/ 84 w 168"/>
                <a:gd name="T3" fmla="*/ 168 h 168"/>
                <a:gd name="T4" fmla="*/ 102 w 168"/>
                <a:gd name="T5" fmla="*/ 166 h 168"/>
                <a:gd name="T6" fmla="*/ 118 w 168"/>
                <a:gd name="T7" fmla="*/ 160 h 168"/>
                <a:gd name="T8" fmla="*/ 132 w 168"/>
                <a:gd name="T9" fmla="*/ 152 h 168"/>
                <a:gd name="T10" fmla="*/ 144 w 168"/>
                <a:gd name="T11" fmla="*/ 142 h 168"/>
                <a:gd name="T12" fmla="*/ 154 w 168"/>
                <a:gd name="T13" fmla="*/ 130 h 168"/>
                <a:gd name="T14" fmla="*/ 162 w 168"/>
                <a:gd name="T15" fmla="*/ 116 h 168"/>
                <a:gd name="T16" fmla="*/ 166 w 168"/>
                <a:gd name="T17" fmla="*/ 100 h 168"/>
                <a:gd name="T18" fmla="*/ 168 w 168"/>
                <a:gd name="T19" fmla="*/ 84 h 168"/>
                <a:gd name="T20" fmla="*/ 168 w 168"/>
                <a:gd name="T21" fmla="*/ 84 h 168"/>
                <a:gd name="T22" fmla="*/ 166 w 168"/>
                <a:gd name="T23" fmla="*/ 66 h 168"/>
                <a:gd name="T24" fmla="*/ 162 w 168"/>
                <a:gd name="T25" fmla="*/ 50 h 168"/>
                <a:gd name="T26" fmla="*/ 154 w 168"/>
                <a:gd name="T27" fmla="*/ 36 h 168"/>
                <a:gd name="T28" fmla="*/ 144 w 168"/>
                <a:gd name="T29" fmla="*/ 24 h 168"/>
                <a:gd name="T30" fmla="*/ 132 w 168"/>
                <a:gd name="T31" fmla="*/ 14 h 168"/>
                <a:gd name="T32" fmla="*/ 118 w 168"/>
                <a:gd name="T33" fmla="*/ 6 h 168"/>
                <a:gd name="T34" fmla="*/ 102 w 168"/>
                <a:gd name="T35" fmla="*/ 0 h 168"/>
                <a:gd name="T36" fmla="*/ 84 w 168"/>
                <a:gd name="T37" fmla="*/ 0 h 168"/>
                <a:gd name="T38" fmla="*/ 84 w 168"/>
                <a:gd name="T39" fmla="*/ 0 h 168"/>
                <a:gd name="T40" fmla="*/ 68 w 168"/>
                <a:gd name="T41" fmla="*/ 0 h 168"/>
                <a:gd name="T42" fmla="*/ 52 w 168"/>
                <a:gd name="T43" fmla="*/ 6 h 168"/>
                <a:gd name="T44" fmla="*/ 38 w 168"/>
                <a:gd name="T45" fmla="*/ 14 h 168"/>
                <a:gd name="T46" fmla="*/ 26 w 168"/>
                <a:gd name="T47" fmla="*/ 24 h 168"/>
                <a:gd name="T48" fmla="*/ 14 w 168"/>
                <a:gd name="T49" fmla="*/ 36 h 168"/>
                <a:gd name="T50" fmla="*/ 8 w 168"/>
                <a:gd name="T51" fmla="*/ 50 h 168"/>
                <a:gd name="T52" fmla="*/ 2 w 168"/>
                <a:gd name="T53" fmla="*/ 66 h 168"/>
                <a:gd name="T54" fmla="*/ 0 w 168"/>
                <a:gd name="T55" fmla="*/ 84 h 168"/>
                <a:gd name="T56" fmla="*/ 0 w 168"/>
                <a:gd name="T57" fmla="*/ 84 h 168"/>
                <a:gd name="T58" fmla="*/ 2 w 168"/>
                <a:gd name="T59" fmla="*/ 100 h 168"/>
                <a:gd name="T60" fmla="*/ 8 w 168"/>
                <a:gd name="T61" fmla="*/ 116 h 168"/>
                <a:gd name="T62" fmla="*/ 14 w 168"/>
                <a:gd name="T63" fmla="*/ 130 h 168"/>
                <a:gd name="T64" fmla="*/ 26 w 168"/>
                <a:gd name="T65" fmla="*/ 142 h 168"/>
                <a:gd name="T66" fmla="*/ 38 w 168"/>
                <a:gd name="T67" fmla="*/ 152 h 168"/>
                <a:gd name="T68" fmla="*/ 52 w 168"/>
                <a:gd name="T69" fmla="*/ 160 h 168"/>
                <a:gd name="T70" fmla="*/ 68 w 168"/>
                <a:gd name="T71" fmla="*/ 166 h 168"/>
                <a:gd name="T72" fmla="*/ 84 w 168"/>
                <a:gd name="T73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68" h="168">
                  <a:moveTo>
                    <a:pt x="84" y="168"/>
                  </a:moveTo>
                  <a:lnTo>
                    <a:pt x="84" y="168"/>
                  </a:lnTo>
                  <a:lnTo>
                    <a:pt x="102" y="166"/>
                  </a:lnTo>
                  <a:lnTo>
                    <a:pt x="118" y="160"/>
                  </a:lnTo>
                  <a:lnTo>
                    <a:pt x="132" y="152"/>
                  </a:lnTo>
                  <a:lnTo>
                    <a:pt x="144" y="142"/>
                  </a:lnTo>
                  <a:lnTo>
                    <a:pt x="154" y="130"/>
                  </a:lnTo>
                  <a:lnTo>
                    <a:pt x="162" y="116"/>
                  </a:lnTo>
                  <a:lnTo>
                    <a:pt x="166" y="100"/>
                  </a:lnTo>
                  <a:lnTo>
                    <a:pt x="168" y="84"/>
                  </a:lnTo>
                  <a:lnTo>
                    <a:pt x="168" y="84"/>
                  </a:lnTo>
                  <a:lnTo>
                    <a:pt x="166" y="66"/>
                  </a:lnTo>
                  <a:lnTo>
                    <a:pt x="162" y="50"/>
                  </a:lnTo>
                  <a:lnTo>
                    <a:pt x="154" y="36"/>
                  </a:lnTo>
                  <a:lnTo>
                    <a:pt x="144" y="24"/>
                  </a:lnTo>
                  <a:lnTo>
                    <a:pt x="132" y="14"/>
                  </a:lnTo>
                  <a:lnTo>
                    <a:pt x="118" y="6"/>
                  </a:lnTo>
                  <a:lnTo>
                    <a:pt x="102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68" y="0"/>
                  </a:lnTo>
                  <a:lnTo>
                    <a:pt x="52" y="6"/>
                  </a:lnTo>
                  <a:lnTo>
                    <a:pt x="38" y="14"/>
                  </a:lnTo>
                  <a:lnTo>
                    <a:pt x="26" y="24"/>
                  </a:lnTo>
                  <a:lnTo>
                    <a:pt x="14" y="36"/>
                  </a:lnTo>
                  <a:lnTo>
                    <a:pt x="8" y="50"/>
                  </a:lnTo>
                  <a:lnTo>
                    <a:pt x="2" y="66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2" y="100"/>
                  </a:lnTo>
                  <a:lnTo>
                    <a:pt x="8" y="116"/>
                  </a:lnTo>
                  <a:lnTo>
                    <a:pt x="14" y="130"/>
                  </a:lnTo>
                  <a:lnTo>
                    <a:pt x="26" y="142"/>
                  </a:lnTo>
                  <a:lnTo>
                    <a:pt x="38" y="152"/>
                  </a:lnTo>
                  <a:lnTo>
                    <a:pt x="52" y="160"/>
                  </a:lnTo>
                  <a:lnTo>
                    <a:pt x="68" y="166"/>
                  </a:lnTo>
                  <a:lnTo>
                    <a:pt x="84" y="16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10" name="Freeform 66">
              <a:extLst>
                <a:ext uri="{FF2B5EF4-FFF2-40B4-BE49-F238E27FC236}">
                  <a16:creationId xmlns:a16="http://schemas.microsoft.com/office/drawing/2014/main" id="{67E90DAF-0AAC-46EC-BD87-EE5B218C717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4326" y="6645702"/>
              <a:ext cx="91070" cy="91224"/>
            </a:xfrm>
            <a:custGeom>
              <a:avLst/>
              <a:gdLst>
                <a:gd name="T0" fmla="*/ 586 w 1172"/>
                <a:gd name="T1" fmla="*/ 0 h 1174"/>
                <a:gd name="T2" fmla="*/ 468 w 1172"/>
                <a:gd name="T3" fmla="*/ 12 h 1174"/>
                <a:gd name="T4" fmla="*/ 358 w 1172"/>
                <a:gd name="T5" fmla="*/ 46 h 1174"/>
                <a:gd name="T6" fmla="*/ 258 w 1172"/>
                <a:gd name="T7" fmla="*/ 100 h 1174"/>
                <a:gd name="T8" fmla="*/ 172 w 1172"/>
                <a:gd name="T9" fmla="*/ 172 h 1174"/>
                <a:gd name="T10" fmla="*/ 100 w 1172"/>
                <a:gd name="T11" fmla="*/ 260 h 1174"/>
                <a:gd name="T12" fmla="*/ 46 w 1172"/>
                <a:gd name="T13" fmla="*/ 358 h 1174"/>
                <a:gd name="T14" fmla="*/ 12 w 1172"/>
                <a:gd name="T15" fmla="*/ 468 h 1174"/>
                <a:gd name="T16" fmla="*/ 0 w 1172"/>
                <a:gd name="T17" fmla="*/ 586 h 1174"/>
                <a:gd name="T18" fmla="*/ 6 w 1172"/>
                <a:gd name="T19" fmla="*/ 674 h 1174"/>
                <a:gd name="T20" fmla="*/ 34 w 1172"/>
                <a:gd name="T21" fmla="*/ 784 h 1174"/>
                <a:gd name="T22" fmla="*/ 82 w 1172"/>
                <a:gd name="T23" fmla="*/ 888 h 1174"/>
                <a:gd name="T24" fmla="*/ 152 w 1172"/>
                <a:gd name="T25" fmla="*/ 980 h 1174"/>
                <a:gd name="T26" fmla="*/ 214 w 1172"/>
                <a:gd name="T27" fmla="*/ 1042 h 1174"/>
                <a:gd name="T28" fmla="*/ 310 w 1172"/>
                <a:gd name="T29" fmla="*/ 1104 h 1174"/>
                <a:gd name="T30" fmla="*/ 416 w 1172"/>
                <a:gd name="T31" fmla="*/ 1148 h 1174"/>
                <a:gd name="T32" fmla="*/ 528 w 1172"/>
                <a:gd name="T33" fmla="*/ 1170 h 1174"/>
                <a:gd name="T34" fmla="*/ 616 w 1172"/>
                <a:gd name="T35" fmla="*/ 1172 h 1174"/>
                <a:gd name="T36" fmla="*/ 730 w 1172"/>
                <a:gd name="T37" fmla="*/ 1156 h 1174"/>
                <a:gd name="T38" fmla="*/ 836 w 1172"/>
                <a:gd name="T39" fmla="*/ 1118 h 1174"/>
                <a:gd name="T40" fmla="*/ 936 w 1172"/>
                <a:gd name="T41" fmla="*/ 1058 h 1174"/>
                <a:gd name="T42" fmla="*/ 1002 w 1172"/>
                <a:gd name="T43" fmla="*/ 1002 h 1174"/>
                <a:gd name="T44" fmla="*/ 1074 w 1172"/>
                <a:gd name="T45" fmla="*/ 912 h 1174"/>
                <a:gd name="T46" fmla="*/ 1128 w 1172"/>
                <a:gd name="T47" fmla="*/ 812 h 1174"/>
                <a:gd name="T48" fmla="*/ 1162 w 1172"/>
                <a:gd name="T49" fmla="*/ 702 h 1174"/>
                <a:gd name="T50" fmla="*/ 1172 w 1172"/>
                <a:gd name="T51" fmla="*/ 586 h 1174"/>
                <a:gd name="T52" fmla="*/ 754 w 1172"/>
                <a:gd name="T53" fmla="*/ 614 h 1174"/>
                <a:gd name="T54" fmla="*/ 1114 w 1172"/>
                <a:gd name="T55" fmla="*/ 648 h 1174"/>
                <a:gd name="T56" fmla="*/ 1086 w 1172"/>
                <a:gd name="T57" fmla="*/ 772 h 1174"/>
                <a:gd name="T58" fmla="*/ 984 w 1172"/>
                <a:gd name="T59" fmla="*/ 940 h 1174"/>
                <a:gd name="T60" fmla="*/ 830 w 1172"/>
                <a:gd name="T61" fmla="*/ 1060 h 1174"/>
                <a:gd name="T62" fmla="*/ 688 w 1172"/>
                <a:gd name="T63" fmla="*/ 1108 h 1174"/>
                <a:gd name="T64" fmla="*/ 586 w 1172"/>
                <a:gd name="T65" fmla="*/ 1118 h 1174"/>
                <a:gd name="T66" fmla="*/ 508 w 1172"/>
                <a:gd name="T67" fmla="*/ 1114 h 1174"/>
                <a:gd name="T68" fmla="*/ 406 w 1172"/>
                <a:gd name="T69" fmla="*/ 1088 h 1174"/>
                <a:gd name="T70" fmla="*/ 314 w 1172"/>
                <a:gd name="T71" fmla="*/ 1044 h 1174"/>
                <a:gd name="T72" fmla="*/ 230 w 1172"/>
                <a:gd name="T73" fmla="*/ 982 h 1174"/>
                <a:gd name="T74" fmla="*/ 174 w 1172"/>
                <a:gd name="T75" fmla="*/ 924 h 1174"/>
                <a:gd name="T76" fmla="*/ 116 w 1172"/>
                <a:gd name="T77" fmla="*/ 838 h 1174"/>
                <a:gd name="T78" fmla="*/ 78 w 1172"/>
                <a:gd name="T79" fmla="*/ 742 h 1174"/>
                <a:gd name="T80" fmla="*/ 56 w 1172"/>
                <a:gd name="T81" fmla="*/ 640 h 1174"/>
                <a:gd name="T82" fmla="*/ 56 w 1172"/>
                <a:gd name="T83" fmla="*/ 560 h 1174"/>
                <a:gd name="T84" fmla="*/ 70 w 1172"/>
                <a:gd name="T85" fmla="*/ 458 h 1174"/>
                <a:gd name="T86" fmla="*/ 106 w 1172"/>
                <a:gd name="T87" fmla="*/ 360 h 1174"/>
                <a:gd name="T88" fmla="*/ 158 w 1172"/>
                <a:gd name="T89" fmla="*/ 270 h 1174"/>
                <a:gd name="T90" fmla="*/ 210 w 1172"/>
                <a:gd name="T91" fmla="*/ 210 h 1174"/>
                <a:gd name="T92" fmla="*/ 292 w 1172"/>
                <a:gd name="T93" fmla="*/ 144 h 1174"/>
                <a:gd name="T94" fmla="*/ 382 w 1172"/>
                <a:gd name="T95" fmla="*/ 96 h 1174"/>
                <a:gd name="T96" fmla="*/ 482 w 1172"/>
                <a:gd name="T97" fmla="*/ 66 h 1174"/>
                <a:gd name="T98" fmla="*/ 586 w 1172"/>
                <a:gd name="T99" fmla="*/ 54 h 1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72" h="1174">
                  <a:moveTo>
                    <a:pt x="614" y="0"/>
                  </a:moveTo>
                  <a:lnTo>
                    <a:pt x="614" y="0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56" y="0"/>
                  </a:lnTo>
                  <a:lnTo>
                    <a:pt x="526" y="4"/>
                  </a:lnTo>
                  <a:lnTo>
                    <a:pt x="496" y="6"/>
                  </a:lnTo>
                  <a:lnTo>
                    <a:pt x="468" y="12"/>
                  </a:lnTo>
                  <a:lnTo>
                    <a:pt x="440" y="18"/>
                  </a:lnTo>
                  <a:lnTo>
                    <a:pt x="412" y="26"/>
                  </a:lnTo>
                  <a:lnTo>
                    <a:pt x="384" y="36"/>
                  </a:lnTo>
                  <a:lnTo>
                    <a:pt x="358" y="46"/>
                  </a:lnTo>
                  <a:lnTo>
                    <a:pt x="332" y="58"/>
                  </a:lnTo>
                  <a:lnTo>
                    <a:pt x="306" y="72"/>
                  </a:lnTo>
                  <a:lnTo>
                    <a:pt x="282" y="86"/>
                  </a:lnTo>
                  <a:lnTo>
                    <a:pt x="258" y="100"/>
                  </a:lnTo>
                  <a:lnTo>
                    <a:pt x="236" y="116"/>
                  </a:lnTo>
                  <a:lnTo>
                    <a:pt x="214" y="134"/>
                  </a:lnTo>
                  <a:lnTo>
                    <a:pt x="192" y="152"/>
                  </a:lnTo>
                  <a:lnTo>
                    <a:pt x="172" y="172"/>
                  </a:lnTo>
                  <a:lnTo>
                    <a:pt x="152" y="192"/>
                  </a:lnTo>
                  <a:lnTo>
                    <a:pt x="134" y="214"/>
                  </a:lnTo>
                  <a:lnTo>
                    <a:pt x="116" y="236"/>
                  </a:lnTo>
                  <a:lnTo>
                    <a:pt x="100" y="260"/>
                  </a:lnTo>
                  <a:lnTo>
                    <a:pt x="84" y="282"/>
                  </a:lnTo>
                  <a:lnTo>
                    <a:pt x="70" y="308"/>
                  </a:lnTo>
                  <a:lnTo>
                    <a:pt x="58" y="332"/>
                  </a:lnTo>
                  <a:lnTo>
                    <a:pt x="46" y="358"/>
                  </a:lnTo>
                  <a:lnTo>
                    <a:pt x="36" y="386"/>
                  </a:lnTo>
                  <a:lnTo>
                    <a:pt x="26" y="412"/>
                  </a:lnTo>
                  <a:lnTo>
                    <a:pt x="18" y="440"/>
                  </a:lnTo>
                  <a:lnTo>
                    <a:pt x="12" y="468"/>
                  </a:lnTo>
                  <a:lnTo>
                    <a:pt x="6" y="498"/>
                  </a:lnTo>
                  <a:lnTo>
                    <a:pt x="2" y="528"/>
                  </a:lnTo>
                  <a:lnTo>
                    <a:pt x="0" y="556"/>
                  </a:lnTo>
                  <a:lnTo>
                    <a:pt x="0" y="586"/>
                  </a:lnTo>
                  <a:lnTo>
                    <a:pt x="0" y="586"/>
                  </a:lnTo>
                  <a:lnTo>
                    <a:pt x="0" y="616"/>
                  </a:lnTo>
                  <a:lnTo>
                    <a:pt x="2" y="646"/>
                  </a:lnTo>
                  <a:lnTo>
                    <a:pt x="6" y="674"/>
                  </a:lnTo>
                  <a:lnTo>
                    <a:pt x="10" y="702"/>
                  </a:lnTo>
                  <a:lnTo>
                    <a:pt x="18" y="730"/>
                  </a:lnTo>
                  <a:lnTo>
                    <a:pt x="24" y="758"/>
                  </a:lnTo>
                  <a:lnTo>
                    <a:pt x="34" y="784"/>
                  </a:lnTo>
                  <a:lnTo>
                    <a:pt x="44" y="812"/>
                  </a:lnTo>
                  <a:lnTo>
                    <a:pt x="56" y="838"/>
                  </a:lnTo>
                  <a:lnTo>
                    <a:pt x="68" y="864"/>
                  </a:lnTo>
                  <a:lnTo>
                    <a:pt x="82" y="888"/>
                  </a:lnTo>
                  <a:lnTo>
                    <a:pt x="98" y="912"/>
                  </a:lnTo>
                  <a:lnTo>
                    <a:pt x="114" y="936"/>
                  </a:lnTo>
                  <a:lnTo>
                    <a:pt x="132" y="958"/>
                  </a:lnTo>
                  <a:lnTo>
                    <a:pt x="152" y="980"/>
                  </a:lnTo>
                  <a:lnTo>
                    <a:pt x="172" y="1002"/>
                  </a:lnTo>
                  <a:lnTo>
                    <a:pt x="172" y="1002"/>
                  </a:lnTo>
                  <a:lnTo>
                    <a:pt x="192" y="1022"/>
                  </a:lnTo>
                  <a:lnTo>
                    <a:pt x="214" y="1042"/>
                  </a:lnTo>
                  <a:lnTo>
                    <a:pt x="238" y="1058"/>
                  </a:lnTo>
                  <a:lnTo>
                    <a:pt x="260" y="1076"/>
                  </a:lnTo>
                  <a:lnTo>
                    <a:pt x="286" y="1090"/>
                  </a:lnTo>
                  <a:lnTo>
                    <a:pt x="310" y="1104"/>
                  </a:lnTo>
                  <a:lnTo>
                    <a:pt x="336" y="1118"/>
                  </a:lnTo>
                  <a:lnTo>
                    <a:pt x="362" y="1130"/>
                  </a:lnTo>
                  <a:lnTo>
                    <a:pt x="388" y="1140"/>
                  </a:lnTo>
                  <a:lnTo>
                    <a:pt x="416" y="1148"/>
                  </a:lnTo>
                  <a:lnTo>
                    <a:pt x="442" y="1156"/>
                  </a:lnTo>
                  <a:lnTo>
                    <a:pt x="470" y="1162"/>
                  </a:lnTo>
                  <a:lnTo>
                    <a:pt x="500" y="1168"/>
                  </a:lnTo>
                  <a:lnTo>
                    <a:pt x="528" y="1170"/>
                  </a:lnTo>
                  <a:lnTo>
                    <a:pt x="556" y="1172"/>
                  </a:lnTo>
                  <a:lnTo>
                    <a:pt x="586" y="1174"/>
                  </a:lnTo>
                  <a:lnTo>
                    <a:pt x="586" y="1174"/>
                  </a:lnTo>
                  <a:lnTo>
                    <a:pt x="616" y="1172"/>
                  </a:lnTo>
                  <a:lnTo>
                    <a:pt x="644" y="1170"/>
                  </a:lnTo>
                  <a:lnTo>
                    <a:pt x="674" y="1168"/>
                  </a:lnTo>
                  <a:lnTo>
                    <a:pt x="702" y="1162"/>
                  </a:lnTo>
                  <a:lnTo>
                    <a:pt x="730" y="1156"/>
                  </a:lnTo>
                  <a:lnTo>
                    <a:pt x="758" y="1148"/>
                  </a:lnTo>
                  <a:lnTo>
                    <a:pt x="784" y="1140"/>
                  </a:lnTo>
                  <a:lnTo>
                    <a:pt x="810" y="1130"/>
                  </a:lnTo>
                  <a:lnTo>
                    <a:pt x="836" y="1118"/>
                  </a:lnTo>
                  <a:lnTo>
                    <a:pt x="862" y="1104"/>
                  </a:lnTo>
                  <a:lnTo>
                    <a:pt x="888" y="1090"/>
                  </a:lnTo>
                  <a:lnTo>
                    <a:pt x="912" y="1076"/>
                  </a:lnTo>
                  <a:lnTo>
                    <a:pt x="936" y="1058"/>
                  </a:lnTo>
                  <a:lnTo>
                    <a:pt x="958" y="1042"/>
                  </a:lnTo>
                  <a:lnTo>
                    <a:pt x="980" y="1022"/>
                  </a:lnTo>
                  <a:lnTo>
                    <a:pt x="1002" y="1002"/>
                  </a:lnTo>
                  <a:lnTo>
                    <a:pt x="1002" y="1002"/>
                  </a:lnTo>
                  <a:lnTo>
                    <a:pt x="1022" y="980"/>
                  </a:lnTo>
                  <a:lnTo>
                    <a:pt x="1040" y="958"/>
                  </a:lnTo>
                  <a:lnTo>
                    <a:pt x="1058" y="936"/>
                  </a:lnTo>
                  <a:lnTo>
                    <a:pt x="1074" y="912"/>
                  </a:lnTo>
                  <a:lnTo>
                    <a:pt x="1090" y="888"/>
                  </a:lnTo>
                  <a:lnTo>
                    <a:pt x="1104" y="864"/>
                  </a:lnTo>
                  <a:lnTo>
                    <a:pt x="1118" y="838"/>
                  </a:lnTo>
                  <a:lnTo>
                    <a:pt x="1128" y="812"/>
                  </a:lnTo>
                  <a:lnTo>
                    <a:pt x="1138" y="784"/>
                  </a:lnTo>
                  <a:lnTo>
                    <a:pt x="1148" y="758"/>
                  </a:lnTo>
                  <a:lnTo>
                    <a:pt x="1156" y="730"/>
                  </a:lnTo>
                  <a:lnTo>
                    <a:pt x="1162" y="702"/>
                  </a:lnTo>
                  <a:lnTo>
                    <a:pt x="1166" y="674"/>
                  </a:lnTo>
                  <a:lnTo>
                    <a:pt x="1170" y="646"/>
                  </a:lnTo>
                  <a:lnTo>
                    <a:pt x="1172" y="616"/>
                  </a:lnTo>
                  <a:lnTo>
                    <a:pt x="1172" y="586"/>
                  </a:lnTo>
                  <a:lnTo>
                    <a:pt x="1172" y="560"/>
                  </a:lnTo>
                  <a:lnTo>
                    <a:pt x="1150" y="560"/>
                  </a:lnTo>
                  <a:lnTo>
                    <a:pt x="754" y="560"/>
                  </a:lnTo>
                  <a:lnTo>
                    <a:pt x="754" y="614"/>
                  </a:lnTo>
                  <a:lnTo>
                    <a:pt x="1118" y="614"/>
                  </a:lnTo>
                  <a:lnTo>
                    <a:pt x="1118" y="622"/>
                  </a:lnTo>
                  <a:lnTo>
                    <a:pt x="1118" y="622"/>
                  </a:lnTo>
                  <a:lnTo>
                    <a:pt x="1114" y="648"/>
                  </a:lnTo>
                  <a:lnTo>
                    <a:pt x="1112" y="674"/>
                  </a:lnTo>
                  <a:lnTo>
                    <a:pt x="1106" y="700"/>
                  </a:lnTo>
                  <a:lnTo>
                    <a:pt x="1100" y="724"/>
                  </a:lnTo>
                  <a:lnTo>
                    <a:pt x="1086" y="772"/>
                  </a:lnTo>
                  <a:lnTo>
                    <a:pt x="1066" y="818"/>
                  </a:lnTo>
                  <a:lnTo>
                    <a:pt x="1042" y="860"/>
                  </a:lnTo>
                  <a:lnTo>
                    <a:pt x="1016" y="902"/>
                  </a:lnTo>
                  <a:lnTo>
                    <a:pt x="984" y="940"/>
                  </a:lnTo>
                  <a:lnTo>
                    <a:pt x="950" y="974"/>
                  </a:lnTo>
                  <a:lnTo>
                    <a:pt x="912" y="1006"/>
                  </a:lnTo>
                  <a:lnTo>
                    <a:pt x="872" y="1034"/>
                  </a:lnTo>
                  <a:lnTo>
                    <a:pt x="830" y="1060"/>
                  </a:lnTo>
                  <a:lnTo>
                    <a:pt x="786" y="1080"/>
                  </a:lnTo>
                  <a:lnTo>
                    <a:pt x="738" y="1096"/>
                  </a:lnTo>
                  <a:lnTo>
                    <a:pt x="714" y="1104"/>
                  </a:lnTo>
                  <a:lnTo>
                    <a:pt x="688" y="1108"/>
                  </a:lnTo>
                  <a:lnTo>
                    <a:pt x="664" y="1114"/>
                  </a:lnTo>
                  <a:lnTo>
                    <a:pt x="638" y="1116"/>
                  </a:lnTo>
                  <a:lnTo>
                    <a:pt x="612" y="1118"/>
                  </a:lnTo>
                  <a:lnTo>
                    <a:pt x="586" y="1118"/>
                  </a:lnTo>
                  <a:lnTo>
                    <a:pt x="586" y="1118"/>
                  </a:lnTo>
                  <a:lnTo>
                    <a:pt x="560" y="1118"/>
                  </a:lnTo>
                  <a:lnTo>
                    <a:pt x="534" y="1116"/>
                  </a:lnTo>
                  <a:lnTo>
                    <a:pt x="508" y="1114"/>
                  </a:lnTo>
                  <a:lnTo>
                    <a:pt x="482" y="1108"/>
                  </a:lnTo>
                  <a:lnTo>
                    <a:pt x="456" y="1102"/>
                  </a:lnTo>
                  <a:lnTo>
                    <a:pt x="432" y="1096"/>
                  </a:lnTo>
                  <a:lnTo>
                    <a:pt x="406" y="1088"/>
                  </a:lnTo>
                  <a:lnTo>
                    <a:pt x="382" y="1078"/>
                  </a:lnTo>
                  <a:lnTo>
                    <a:pt x="360" y="1068"/>
                  </a:lnTo>
                  <a:lnTo>
                    <a:pt x="336" y="1056"/>
                  </a:lnTo>
                  <a:lnTo>
                    <a:pt x="314" y="1044"/>
                  </a:lnTo>
                  <a:lnTo>
                    <a:pt x="292" y="1030"/>
                  </a:lnTo>
                  <a:lnTo>
                    <a:pt x="270" y="1014"/>
                  </a:lnTo>
                  <a:lnTo>
                    <a:pt x="250" y="998"/>
                  </a:lnTo>
                  <a:lnTo>
                    <a:pt x="230" y="982"/>
                  </a:lnTo>
                  <a:lnTo>
                    <a:pt x="210" y="962"/>
                  </a:lnTo>
                  <a:lnTo>
                    <a:pt x="210" y="962"/>
                  </a:lnTo>
                  <a:lnTo>
                    <a:pt x="192" y="944"/>
                  </a:lnTo>
                  <a:lnTo>
                    <a:pt x="174" y="924"/>
                  </a:lnTo>
                  <a:lnTo>
                    <a:pt x="158" y="904"/>
                  </a:lnTo>
                  <a:lnTo>
                    <a:pt x="144" y="882"/>
                  </a:lnTo>
                  <a:lnTo>
                    <a:pt x="130" y="860"/>
                  </a:lnTo>
                  <a:lnTo>
                    <a:pt x="116" y="838"/>
                  </a:lnTo>
                  <a:lnTo>
                    <a:pt x="106" y="814"/>
                  </a:lnTo>
                  <a:lnTo>
                    <a:pt x="94" y="790"/>
                  </a:lnTo>
                  <a:lnTo>
                    <a:pt x="86" y="766"/>
                  </a:lnTo>
                  <a:lnTo>
                    <a:pt x="78" y="742"/>
                  </a:lnTo>
                  <a:lnTo>
                    <a:pt x="70" y="716"/>
                  </a:lnTo>
                  <a:lnTo>
                    <a:pt x="64" y="692"/>
                  </a:lnTo>
                  <a:lnTo>
                    <a:pt x="60" y="666"/>
                  </a:lnTo>
                  <a:lnTo>
                    <a:pt x="56" y="640"/>
                  </a:lnTo>
                  <a:lnTo>
                    <a:pt x="56" y="614"/>
                  </a:lnTo>
                  <a:lnTo>
                    <a:pt x="54" y="586"/>
                  </a:lnTo>
                  <a:lnTo>
                    <a:pt x="54" y="586"/>
                  </a:lnTo>
                  <a:lnTo>
                    <a:pt x="56" y="560"/>
                  </a:lnTo>
                  <a:lnTo>
                    <a:pt x="56" y="534"/>
                  </a:lnTo>
                  <a:lnTo>
                    <a:pt x="60" y="508"/>
                  </a:lnTo>
                  <a:lnTo>
                    <a:pt x="64" y="482"/>
                  </a:lnTo>
                  <a:lnTo>
                    <a:pt x="70" y="458"/>
                  </a:lnTo>
                  <a:lnTo>
                    <a:pt x="78" y="432"/>
                  </a:lnTo>
                  <a:lnTo>
                    <a:pt x="86" y="408"/>
                  </a:lnTo>
                  <a:lnTo>
                    <a:pt x="94" y="384"/>
                  </a:lnTo>
                  <a:lnTo>
                    <a:pt x="106" y="360"/>
                  </a:lnTo>
                  <a:lnTo>
                    <a:pt x="116" y="336"/>
                  </a:lnTo>
                  <a:lnTo>
                    <a:pt x="130" y="314"/>
                  </a:lnTo>
                  <a:lnTo>
                    <a:pt x="144" y="292"/>
                  </a:lnTo>
                  <a:lnTo>
                    <a:pt x="158" y="270"/>
                  </a:lnTo>
                  <a:lnTo>
                    <a:pt x="174" y="250"/>
                  </a:lnTo>
                  <a:lnTo>
                    <a:pt x="192" y="230"/>
                  </a:lnTo>
                  <a:lnTo>
                    <a:pt x="210" y="210"/>
                  </a:lnTo>
                  <a:lnTo>
                    <a:pt x="210" y="210"/>
                  </a:lnTo>
                  <a:lnTo>
                    <a:pt x="230" y="192"/>
                  </a:lnTo>
                  <a:lnTo>
                    <a:pt x="250" y="176"/>
                  </a:lnTo>
                  <a:lnTo>
                    <a:pt x="270" y="160"/>
                  </a:lnTo>
                  <a:lnTo>
                    <a:pt x="292" y="144"/>
                  </a:lnTo>
                  <a:lnTo>
                    <a:pt x="314" y="130"/>
                  </a:lnTo>
                  <a:lnTo>
                    <a:pt x="336" y="118"/>
                  </a:lnTo>
                  <a:lnTo>
                    <a:pt x="360" y="106"/>
                  </a:lnTo>
                  <a:lnTo>
                    <a:pt x="382" y="96"/>
                  </a:lnTo>
                  <a:lnTo>
                    <a:pt x="406" y="86"/>
                  </a:lnTo>
                  <a:lnTo>
                    <a:pt x="432" y="78"/>
                  </a:lnTo>
                  <a:lnTo>
                    <a:pt x="456" y="70"/>
                  </a:lnTo>
                  <a:lnTo>
                    <a:pt x="482" y="66"/>
                  </a:lnTo>
                  <a:lnTo>
                    <a:pt x="508" y="60"/>
                  </a:lnTo>
                  <a:lnTo>
                    <a:pt x="534" y="58"/>
                  </a:lnTo>
                  <a:lnTo>
                    <a:pt x="560" y="56"/>
                  </a:lnTo>
                  <a:lnTo>
                    <a:pt x="586" y="54"/>
                  </a:lnTo>
                  <a:lnTo>
                    <a:pt x="586" y="54"/>
                  </a:lnTo>
                  <a:lnTo>
                    <a:pt x="614" y="56"/>
                  </a:lnTo>
                  <a:lnTo>
                    <a:pt x="6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11" name="Freeform 67">
              <a:extLst>
                <a:ext uri="{FF2B5EF4-FFF2-40B4-BE49-F238E27FC236}">
                  <a16:creationId xmlns:a16="http://schemas.microsoft.com/office/drawing/2014/main" id="{FDF723AC-4FB3-437F-8643-EDD18007B9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98964" y="6654871"/>
              <a:ext cx="114847" cy="72886"/>
            </a:xfrm>
            <a:custGeom>
              <a:avLst/>
              <a:gdLst>
                <a:gd name="T0" fmla="*/ 0 w 1478"/>
                <a:gd name="T1" fmla="*/ 926 h 938"/>
                <a:gd name="T2" fmla="*/ 212 w 1478"/>
                <a:gd name="T3" fmla="*/ 748 h 938"/>
                <a:gd name="T4" fmla="*/ 1284 w 1478"/>
                <a:gd name="T5" fmla="*/ 578 h 938"/>
                <a:gd name="T6" fmla="*/ 1254 w 1478"/>
                <a:gd name="T7" fmla="*/ 746 h 938"/>
                <a:gd name="T8" fmla="*/ 1132 w 1478"/>
                <a:gd name="T9" fmla="*/ 762 h 938"/>
                <a:gd name="T10" fmla="*/ 1066 w 1478"/>
                <a:gd name="T11" fmla="*/ 756 h 938"/>
                <a:gd name="T12" fmla="*/ 988 w 1478"/>
                <a:gd name="T13" fmla="*/ 732 h 938"/>
                <a:gd name="T14" fmla="*/ 934 w 1478"/>
                <a:gd name="T15" fmla="*/ 688 h 938"/>
                <a:gd name="T16" fmla="*/ 900 w 1478"/>
                <a:gd name="T17" fmla="*/ 624 h 938"/>
                <a:gd name="T18" fmla="*/ 882 w 1478"/>
                <a:gd name="T19" fmla="*/ 538 h 938"/>
                <a:gd name="T20" fmla="*/ 878 w 1478"/>
                <a:gd name="T21" fmla="*/ 470 h 938"/>
                <a:gd name="T22" fmla="*/ 886 w 1478"/>
                <a:gd name="T23" fmla="*/ 372 h 938"/>
                <a:gd name="T24" fmla="*/ 908 w 1478"/>
                <a:gd name="T25" fmla="*/ 294 h 938"/>
                <a:gd name="T26" fmla="*/ 948 w 1478"/>
                <a:gd name="T27" fmla="*/ 232 h 938"/>
                <a:gd name="T28" fmla="*/ 1010 w 1478"/>
                <a:gd name="T29" fmla="*/ 192 h 938"/>
                <a:gd name="T30" fmla="*/ 1094 w 1478"/>
                <a:gd name="T31" fmla="*/ 174 h 938"/>
                <a:gd name="T32" fmla="*/ 1166 w 1478"/>
                <a:gd name="T33" fmla="*/ 174 h 938"/>
                <a:gd name="T34" fmla="*/ 1258 w 1478"/>
                <a:gd name="T35" fmla="*/ 196 h 938"/>
                <a:gd name="T36" fmla="*/ 1324 w 1478"/>
                <a:gd name="T37" fmla="*/ 246 h 938"/>
                <a:gd name="T38" fmla="*/ 1474 w 1478"/>
                <a:gd name="T39" fmla="*/ 148 h 938"/>
                <a:gd name="T40" fmla="*/ 1424 w 1478"/>
                <a:gd name="T41" fmla="*/ 92 h 938"/>
                <a:gd name="T42" fmla="*/ 1364 w 1478"/>
                <a:gd name="T43" fmla="*/ 50 h 938"/>
                <a:gd name="T44" fmla="*/ 1296 w 1478"/>
                <a:gd name="T45" fmla="*/ 22 h 938"/>
                <a:gd name="T46" fmla="*/ 1222 w 1478"/>
                <a:gd name="T47" fmla="*/ 6 h 938"/>
                <a:gd name="T48" fmla="*/ 1124 w 1478"/>
                <a:gd name="T49" fmla="*/ 0 h 938"/>
                <a:gd name="T50" fmla="*/ 972 w 1478"/>
                <a:gd name="T51" fmla="*/ 16 h 938"/>
                <a:gd name="T52" fmla="*/ 870 w 1478"/>
                <a:gd name="T53" fmla="*/ 56 h 938"/>
                <a:gd name="T54" fmla="*/ 818 w 1478"/>
                <a:gd name="T55" fmla="*/ 90 h 938"/>
                <a:gd name="T56" fmla="*/ 774 w 1478"/>
                <a:gd name="T57" fmla="*/ 134 h 938"/>
                <a:gd name="T58" fmla="*/ 738 w 1478"/>
                <a:gd name="T59" fmla="*/ 184 h 938"/>
                <a:gd name="T60" fmla="*/ 690 w 1478"/>
                <a:gd name="T61" fmla="*/ 310 h 938"/>
                <a:gd name="T62" fmla="*/ 674 w 1478"/>
                <a:gd name="T63" fmla="*/ 468 h 938"/>
                <a:gd name="T64" fmla="*/ 680 w 1478"/>
                <a:gd name="T65" fmla="*/ 576 h 938"/>
                <a:gd name="T66" fmla="*/ 716 w 1478"/>
                <a:gd name="T67" fmla="*/ 712 h 938"/>
                <a:gd name="T68" fmla="*/ 756 w 1478"/>
                <a:gd name="T69" fmla="*/ 786 h 938"/>
                <a:gd name="T70" fmla="*/ 796 w 1478"/>
                <a:gd name="T71" fmla="*/ 832 h 938"/>
                <a:gd name="T72" fmla="*/ 844 w 1478"/>
                <a:gd name="T73" fmla="*/ 870 h 938"/>
                <a:gd name="T74" fmla="*/ 902 w 1478"/>
                <a:gd name="T75" fmla="*/ 900 h 938"/>
                <a:gd name="T76" fmla="*/ 1014 w 1478"/>
                <a:gd name="T77" fmla="*/ 932 h 938"/>
                <a:gd name="T78" fmla="*/ 1122 w 1478"/>
                <a:gd name="T79" fmla="*/ 938 h 938"/>
                <a:gd name="T80" fmla="*/ 1278 w 1478"/>
                <a:gd name="T81" fmla="*/ 924 h 938"/>
                <a:gd name="T82" fmla="*/ 1410 w 1478"/>
                <a:gd name="T83" fmla="*/ 886 h 938"/>
                <a:gd name="T84" fmla="*/ 1478 w 1478"/>
                <a:gd name="T85" fmla="*/ 408 h 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78" h="938">
                  <a:moveTo>
                    <a:pt x="212" y="12"/>
                  </a:moveTo>
                  <a:lnTo>
                    <a:pt x="0" y="12"/>
                  </a:lnTo>
                  <a:lnTo>
                    <a:pt x="0" y="926"/>
                  </a:lnTo>
                  <a:lnTo>
                    <a:pt x="648" y="926"/>
                  </a:lnTo>
                  <a:lnTo>
                    <a:pt x="648" y="748"/>
                  </a:lnTo>
                  <a:lnTo>
                    <a:pt x="212" y="748"/>
                  </a:lnTo>
                  <a:lnTo>
                    <a:pt x="212" y="12"/>
                  </a:lnTo>
                  <a:close/>
                  <a:moveTo>
                    <a:pt x="1112" y="578"/>
                  </a:moveTo>
                  <a:lnTo>
                    <a:pt x="1284" y="578"/>
                  </a:lnTo>
                  <a:lnTo>
                    <a:pt x="1284" y="738"/>
                  </a:lnTo>
                  <a:lnTo>
                    <a:pt x="1284" y="738"/>
                  </a:lnTo>
                  <a:lnTo>
                    <a:pt x="1254" y="746"/>
                  </a:lnTo>
                  <a:lnTo>
                    <a:pt x="1218" y="754"/>
                  </a:lnTo>
                  <a:lnTo>
                    <a:pt x="1176" y="760"/>
                  </a:lnTo>
                  <a:lnTo>
                    <a:pt x="1132" y="762"/>
                  </a:lnTo>
                  <a:lnTo>
                    <a:pt x="1132" y="762"/>
                  </a:lnTo>
                  <a:lnTo>
                    <a:pt x="1098" y="760"/>
                  </a:lnTo>
                  <a:lnTo>
                    <a:pt x="1066" y="756"/>
                  </a:lnTo>
                  <a:lnTo>
                    <a:pt x="1038" y="752"/>
                  </a:lnTo>
                  <a:lnTo>
                    <a:pt x="1012" y="744"/>
                  </a:lnTo>
                  <a:lnTo>
                    <a:pt x="988" y="732"/>
                  </a:lnTo>
                  <a:lnTo>
                    <a:pt x="968" y="720"/>
                  </a:lnTo>
                  <a:lnTo>
                    <a:pt x="950" y="706"/>
                  </a:lnTo>
                  <a:lnTo>
                    <a:pt x="934" y="688"/>
                  </a:lnTo>
                  <a:lnTo>
                    <a:pt x="920" y="670"/>
                  </a:lnTo>
                  <a:lnTo>
                    <a:pt x="908" y="648"/>
                  </a:lnTo>
                  <a:lnTo>
                    <a:pt x="900" y="624"/>
                  </a:lnTo>
                  <a:lnTo>
                    <a:pt x="892" y="598"/>
                  </a:lnTo>
                  <a:lnTo>
                    <a:pt x="886" y="568"/>
                  </a:lnTo>
                  <a:lnTo>
                    <a:pt x="882" y="538"/>
                  </a:lnTo>
                  <a:lnTo>
                    <a:pt x="880" y="504"/>
                  </a:lnTo>
                  <a:lnTo>
                    <a:pt x="878" y="470"/>
                  </a:lnTo>
                  <a:lnTo>
                    <a:pt x="878" y="470"/>
                  </a:lnTo>
                  <a:lnTo>
                    <a:pt x="880" y="436"/>
                  </a:lnTo>
                  <a:lnTo>
                    <a:pt x="882" y="402"/>
                  </a:lnTo>
                  <a:lnTo>
                    <a:pt x="886" y="372"/>
                  </a:lnTo>
                  <a:lnTo>
                    <a:pt x="890" y="344"/>
                  </a:lnTo>
                  <a:lnTo>
                    <a:pt x="898" y="318"/>
                  </a:lnTo>
                  <a:lnTo>
                    <a:pt x="908" y="294"/>
                  </a:lnTo>
                  <a:lnTo>
                    <a:pt x="918" y="270"/>
                  </a:lnTo>
                  <a:lnTo>
                    <a:pt x="932" y="250"/>
                  </a:lnTo>
                  <a:lnTo>
                    <a:pt x="948" y="232"/>
                  </a:lnTo>
                  <a:lnTo>
                    <a:pt x="966" y="218"/>
                  </a:lnTo>
                  <a:lnTo>
                    <a:pt x="986" y="204"/>
                  </a:lnTo>
                  <a:lnTo>
                    <a:pt x="1010" y="192"/>
                  </a:lnTo>
                  <a:lnTo>
                    <a:pt x="1036" y="184"/>
                  </a:lnTo>
                  <a:lnTo>
                    <a:pt x="1064" y="178"/>
                  </a:lnTo>
                  <a:lnTo>
                    <a:pt x="1094" y="174"/>
                  </a:lnTo>
                  <a:lnTo>
                    <a:pt x="1128" y="172"/>
                  </a:lnTo>
                  <a:lnTo>
                    <a:pt x="1128" y="172"/>
                  </a:lnTo>
                  <a:lnTo>
                    <a:pt x="1166" y="174"/>
                  </a:lnTo>
                  <a:lnTo>
                    <a:pt x="1200" y="178"/>
                  </a:lnTo>
                  <a:lnTo>
                    <a:pt x="1230" y="186"/>
                  </a:lnTo>
                  <a:lnTo>
                    <a:pt x="1258" y="196"/>
                  </a:lnTo>
                  <a:lnTo>
                    <a:pt x="1282" y="210"/>
                  </a:lnTo>
                  <a:lnTo>
                    <a:pt x="1304" y="228"/>
                  </a:lnTo>
                  <a:lnTo>
                    <a:pt x="1324" y="246"/>
                  </a:lnTo>
                  <a:lnTo>
                    <a:pt x="1344" y="268"/>
                  </a:lnTo>
                  <a:lnTo>
                    <a:pt x="1474" y="148"/>
                  </a:lnTo>
                  <a:lnTo>
                    <a:pt x="1474" y="148"/>
                  </a:lnTo>
                  <a:lnTo>
                    <a:pt x="1460" y="128"/>
                  </a:lnTo>
                  <a:lnTo>
                    <a:pt x="1442" y="110"/>
                  </a:lnTo>
                  <a:lnTo>
                    <a:pt x="1424" y="92"/>
                  </a:lnTo>
                  <a:lnTo>
                    <a:pt x="1404" y="76"/>
                  </a:lnTo>
                  <a:lnTo>
                    <a:pt x="1384" y="64"/>
                  </a:lnTo>
                  <a:lnTo>
                    <a:pt x="1364" y="50"/>
                  </a:lnTo>
                  <a:lnTo>
                    <a:pt x="1342" y="40"/>
                  </a:lnTo>
                  <a:lnTo>
                    <a:pt x="1318" y="30"/>
                  </a:lnTo>
                  <a:lnTo>
                    <a:pt x="1296" y="22"/>
                  </a:lnTo>
                  <a:lnTo>
                    <a:pt x="1272" y="16"/>
                  </a:lnTo>
                  <a:lnTo>
                    <a:pt x="1248" y="10"/>
                  </a:lnTo>
                  <a:lnTo>
                    <a:pt x="1222" y="6"/>
                  </a:lnTo>
                  <a:lnTo>
                    <a:pt x="1174" y="2"/>
                  </a:lnTo>
                  <a:lnTo>
                    <a:pt x="1124" y="0"/>
                  </a:lnTo>
                  <a:lnTo>
                    <a:pt x="1124" y="0"/>
                  </a:lnTo>
                  <a:lnTo>
                    <a:pt x="1070" y="2"/>
                  </a:lnTo>
                  <a:lnTo>
                    <a:pt x="1020" y="6"/>
                  </a:lnTo>
                  <a:lnTo>
                    <a:pt x="972" y="16"/>
                  </a:lnTo>
                  <a:lnTo>
                    <a:pt x="930" y="30"/>
                  </a:lnTo>
                  <a:lnTo>
                    <a:pt x="888" y="46"/>
                  </a:lnTo>
                  <a:lnTo>
                    <a:pt x="870" y="56"/>
                  </a:lnTo>
                  <a:lnTo>
                    <a:pt x="852" y="66"/>
                  </a:lnTo>
                  <a:lnTo>
                    <a:pt x="834" y="78"/>
                  </a:lnTo>
                  <a:lnTo>
                    <a:pt x="818" y="90"/>
                  </a:lnTo>
                  <a:lnTo>
                    <a:pt x="802" y="104"/>
                  </a:lnTo>
                  <a:lnTo>
                    <a:pt x="788" y="118"/>
                  </a:lnTo>
                  <a:lnTo>
                    <a:pt x="774" y="134"/>
                  </a:lnTo>
                  <a:lnTo>
                    <a:pt x="762" y="150"/>
                  </a:lnTo>
                  <a:lnTo>
                    <a:pt x="750" y="166"/>
                  </a:lnTo>
                  <a:lnTo>
                    <a:pt x="738" y="184"/>
                  </a:lnTo>
                  <a:lnTo>
                    <a:pt x="718" y="222"/>
                  </a:lnTo>
                  <a:lnTo>
                    <a:pt x="702" y="264"/>
                  </a:lnTo>
                  <a:lnTo>
                    <a:pt x="690" y="310"/>
                  </a:lnTo>
                  <a:lnTo>
                    <a:pt x="682" y="360"/>
                  </a:lnTo>
                  <a:lnTo>
                    <a:pt x="676" y="412"/>
                  </a:lnTo>
                  <a:lnTo>
                    <a:pt x="674" y="468"/>
                  </a:lnTo>
                  <a:lnTo>
                    <a:pt x="674" y="468"/>
                  </a:lnTo>
                  <a:lnTo>
                    <a:pt x="676" y="524"/>
                  </a:lnTo>
                  <a:lnTo>
                    <a:pt x="680" y="576"/>
                  </a:lnTo>
                  <a:lnTo>
                    <a:pt x="688" y="624"/>
                  </a:lnTo>
                  <a:lnTo>
                    <a:pt x="700" y="670"/>
                  </a:lnTo>
                  <a:lnTo>
                    <a:pt x="716" y="712"/>
                  </a:lnTo>
                  <a:lnTo>
                    <a:pt x="734" y="752"/>
                  </a:lnTo>
                  <a:lnTo>
                    <a:pt x="746" y="770"/>
                  </a:lnTo>
                  <a:lnTo>
                    <a:pt x="756" y="786"/>
                  </a:lnTo>
                  <a:lnTo>
                    <a:pt x="770" y="802"/>
                  </a:lnTo>
                  <a:lnTo>
                    <a:pt x="782" y="818"/>
                  </a:lnTo>
                  <a:lnTo>
                    <a:pt x="796" y="832"/>
                  </a:lnTo>
                  <a:lnTo>
                    <a:pt x="812" y="846"/>
                  </a:lnTo>
                  <a:lnTo>
                    <a:pt x="828" y="858"/>
                  </a:lnTo>
                  <a:lnTo>
                    <a:pt x="844" y="870"/>
                  </a:lnTo>
                  <a:lnTo>
                    <a:pt x="862" y="882"/>
                  </a:lnTo>
                  <a:lnTo>
                    <a:pt x="882" y="892"/>
                  </a:lnTo>
                  <a:lnTo>
                    <a:pt x="902" y="900"/>
                  </a:lnTo>
                  <a:lnTo>
                    <a:pt x="922" y="908"/>
                  </a:lnTo>
                  <a:lnTo>
                    <a:pt x="966" y="922"/>
                  </a:lnTo>
                  <a:lnTo>
                    <a:pt x="1014" y="932"/>
                  </a:lnTo>
                  <a:lnTo>
                    <a:pt x="1066" y="936"/>
                  </a:lnTo>
                  <a:lnTo>
                    <a:pt x="1122" y="938"/>
                  </a:lnTo>
                  <a:lnTo>
                    <a:pt x="1122" y="938"/>
                  </a:lnTo>
                  <a:lnTo>
                    <a:pt x="1176" y="938"/>
                  </a:lnTo>
                  <a:lnTo>
                    <a:pt x="1228" y="932"/>
                  </a:lnTo>
                  <a:lnTo>
                    <a:pt x="1278" y="924"/>
                  </a:lnTo>
                  <a:lnTo>
                    <a:pt x="1326" y="914"/>
                  </a:lnTo>
                  <a:lnTo>
                    <a:pt x="1370" y="902"/>
                  </a:lnTo>
                  <a:lnTo>
                    <a:pt x="1410" y="886"/>
                  </a:lnTo>
                  <a:lnTo>
                    <a:pt x="1446" y="870"/>
                  </a:lnTo>
                  <a:lnTo>
                    <a:pt x="1478" y="850"/>
                  </a:lnTo>
                  <a:lnTo>
                    <a:pt x="1478" y="408"/>
                  </a:lnTo>
                  <a:lnTo>
                    <a:pt x="1112" y="408"/>
                  </a:lnTo>
                  <a:lnTo>
                    <a:pt x="1112" y="578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</p:grpSp>
      <p:sp>
        <p:nvSpPr>
          <p:cNvPr id="76" name="양쪽 모서리가 둥근 사각형 75"/>
          <p:cNvSpPr/>
          <p:nvPr userDrawn="1"/>
        </p:nvSpPr>
        <p:spPr>
          <a:xfrm rot="5400000">
            <a:off x="5438832" y="-3536895"/>
            <a:ext cx="310268" cy="828117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157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30" name="Text Box 3">
            <a:extLst>
              <a:ext uri="{FF2B5EF4-FFF2-40B4-BE49-F238E27FC236}">
                <a16:creationId xmlns:a16="http://schemas.microsoft.com/office/drawing/2014/main" id="{682EF550-3CCE-4F03-873E-75633EF431E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42020" y="238232"/>
            <a:ext cx="1678800" cy="208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4000" tIns="36000" rIns="54000" bIns="3600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fontAlgn="base" latinLnBrk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defRPr>
            </a:lvl1pPr>
          </a:lstStyle>
          <a:p>
            <a:pPr algn="r" defTabSz="1033463" eaLnBrk="0" hangingPunct="0">
              <a:lnSpc>
                <a:spcPct val="110000"/>
              </a:lnSpc>
              <a:spcBef>
                <a:spcPts val="0"/>
              </a:spcBef>
              <a:buClr>
                <a:srgbClr val="FFB700"/>
              </a:buClr>
              <a:buSzPct val="80000"/>
              <a:defRPr/>
            </a:pPr>
            <a:r>
              <a:rPr kumimoji="0" lang="en-US" altLang="ko-KR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『</a:t>
            </a:r>
            <a:r>
              <a:rPr kumimoji="0" lang="ko-KR" altLang="en-US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신한투자증권 </a:t>
            </a:r>
            <a:r>
              <a:rPr kumimoji="0" lang="en-US" altLang="ko-KR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Project Meta』 </a:t>
            </a:r>
            <a:r>
              <a:rPr kumimoji="0" lang="ko-KR" altLang="en-US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제</a:t>
            </a:r>
            <a:r>
              <a:rPr kumimoji="0" lang="en-US" altLang="ko-KR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/</a:t>
            </a:r>
            <a:r>
              <a:rPr kumimoji="0" lang="ko-KR" altLang="en-US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안</a:t>
            </a:r>
            <a:r>
              <a:rPr kumimoji="0" lang="en-US" altLang="ko-KR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/</a:t>
            </a:r>
            <a:r>
              <a:rPr kumimoji="0" lang="ko-KR" altLang="en-US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서</a:t>
            </a:r>
            <a:endParaRPr kumimoji="0" lang="en-US" altLang="ko-KR" sz="800" b="1" kern="0" spc="-20" baseline="0" dirty="0">
              <a:ln w="1270">
                <a:solidFill>
                  <a:srgbClr val="004098">
                    <a:alpha val="0"/>
                  </a:srgbClr>
                </a:solidFill>
              </a:ln>
              <a:solidFill>
                <a:srgbClr val="0046F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itchFamily="18" charset="0"/>
            </a:endParaRPr>
          </a:p>
        </p:txBody>
      </p:sp>
      <p:sp>
        <p:nvSpPr>
          <p:cNvPr id="66" name="Freeform 6"/>
          <p:cNvSpPr>
            <a:spLocks noEditPoints="1"/>
          </p:cNvSpPr>
          <p:nvPr/>
        </p:nvSpPr>
        <p:spPr bwMode="auto">
          <a:xfrm>
            <a:off x="9377457" y="469343"/>
            <a:ext cx="218971" cy="268700"/>
          </a:xfrm>
          <a:custGeom>
            <a:avLst/>
            <a:gdLst>
              <a:gd name="T0" fmla="*/ 63 w 115"/>
              <a:gd name="T1" fmla="*/ 138 h 139"/>
              <a:gd name="T2" fmla="*/ 25 w 115"/>
              <a:gd name="T3" fmla="*/ 130 h 139"/>
              <a:gd name="T4" fmla="*/ 6 w 115"/>
              <a:gd name="T5" fmla="*/ 108 h 139"/>
              <a:gd name="T6" fmla="*/ 4 w 115"/>
              <a:gd name="T7" fmla="*/ 90 h 139"/>
              <a:gd name="T8" fmla="*/ 12 w 115"/>
              <a:gd name="T9" fmla="*/ 99 h 139"/>
              <a:gd name="T10" fmla="*/ 18 w 115"/>
              <a:gd name="T11" fmla="*/ 106 h 139"/>
              <a:gd name="T12" fmla="*/ 20 w 115"/>
              <a:gd name="T13" fmla="*/ 104 h 139"/>
              <a:gd name="T14" fmla="*/ 25 w 115"/>
              <a:gd name="T15" fmla="*/ 95 h 139"/>
              <a:gd name="T16" fmla="*/ 31 w 115"/>
              <a:gd name="T17" fmla="*/ 98 h 139"/>
              <a:gd name="T18" fmla="*/ 33 w 115"/>
              <a:gd name="T19" fmla="*/ 106 h 139"/>
              <a:gd name="T20" fmla="*/ 35 w 115"/>
              <a:gd name="T21" fmla="*/ 113 h 139"/>
              <a:gd name="T22" fmla="*/ 42 w 115"/>
              <a:gd name="T23" fmla="*/ 111 h 139"/>
              <a:gd name="T24" fmla="*/ 51 w 115"/>
              <a:gd name="T25" fmla="*/ 108 h 139"/>
              <a:gd name="T26" fmla="*/ 54 w 115"/>
              <a:gd name="T27" fmla="*/ 113 h 139"/>
              <a:gd name="T28" fmla="*/ 48 w 115"/>
              <a:gd name="T29" fmla="*/ 124 h 139"/>
              <a:gd name="T30" fmla="*/ 49 w 115"/>
              <a:gd name="T31" fmla="*/ 126 h 139"/>
              <a:gd name="T32" fmla="*/ 56 w 115"/>
              <a:gd name="T33" fmla="*/ 131 h 139"/>
              <a:gd name="T34" fmla="*/ 64 w 115"/>
              <a:gd name="T35" fmla="*/ 133 h 139"/>
              <a:gd name="T36" fmla="*/ 63 w 115"/>
              <a:gd name="T37" fmla="*/ 138 h 139"/>
              <a:gd name="T38" fmla="*/ 107 w 115"/>
              <a:gd name="T39" fmla="*/ 120 h 139"/>
              <a:gd name="T40" fmla="*/ 89 w 115"/>
              <a:gd name="T41" fmla="*/ 134 h 139"/>
              <a:gd name="T42" fmla="*/ 86 w 115"/>
              <a:gd name="T43" fmla="*/ 133 h 139"/>
              <a:gd name="T44" fmla="*/ 87 w 115"/>
              <a:gd name="T45" fmla="*/ 131 h 139"/>
              <a:gd name="T46" fmla="*/ 73 w 115"/>
              <a:gd name="T47" fmla="*/ 95 h 139"/>
              <a:gd name="T48" fmla="*/ 44 w 115"/>
              <a:gd name="T49" fmla="*/ 78 h 139"/>
              <a:gd name="T50" fmla="*/ 10 w 115"/>
              <a:gd name="T51" fmla="*/ 40 h 139"/>
              <a:gd name="T52" fmla="*/ 42 w 115"/>
              <a:gd name="T53" fmla="*/ 0 h 139"/>
              <a:gd name="T54" fmla="*/ 45 w 115"/>
              <a:gd name="T55" fmla="*/ 1 h 139"/>
              <a:gd name="T56" fmla="*/ 43 w 115"/>
              <a:gd name="T57" fmla="*/ 3 h 139"/>
              <a:gd name="T58" fmla="*/ 29 w 115"/>
              <a:gd name="T59" fmla="*/ 27 h 139"/>
              <a:gd name="T60" fmla="*/ 47 w 115"/>
              <a:gd name="T61" fmla="*/ 52 h 139"/>
              <a:gd name="T62" fmla="*/ 91 w 115"/>
              <a:gd name="T63" fmla="*/ 78 h 139"/>
              <a:gd name="T64" fmla="*/ 107 w 115"/>
              <a:gd name="T65" fmla="*/ 120 h 139"/>
              <a:gd name="T66" fmla="*/ 111 w 115"/>
              <a:gd name="T67" fmla="*/ 42 h 139"/>
              <a:gd name="T68" fmla="*/ 95 w 115"/>
              <a:gd name="T69" fmla="*/ 37 h 139"/>
              <a:gd name="T70" fmla="*/ 87 w 115"/>
              <a:gd name="T71" fmla="*/ 31 h 139"/>
              <a:gd name="T72" fmla="*/ 88 w 115"/>
              <a:gd name="T73" fmla="*/ 41 h 139"/>
              <a:gd name="T74" fmla="*/ 87 w 115"/>
              <a:gd name="T75" fmla="*/ 50 h 139"/>
              <a:gd name="T76" fmla="*/ 78 w 115"/>
              <a:gd name="T77" fmla="*/ 52 h 139"/>
              <a:gd name="T78" fmla="*/ 69 w 115"/>
              <a:gd name="T79" fmla="*/ 22 h 139"/>
              <a:gd name="T80" fmla="*/ 65 w 115"/>
              <a:gd name="T81" fmla="*/ 7 h 139"/>
              <a:gd name="T82" fmla="*/ 64 w 115"/>
              <a:gd name="T83" fmla="*/ 4 h 139"/>
              <a:gd name="T84" fmla="*/ 67 w 115"/>
              <a:gd name="T85" fmla="*/ 4 h 139"/>
              <a:gd name="T86" fmla="*/ 77 w 115"/>
              <a:gd name="T87" fmla="*/ 6 h 139"/>
              <a:gd name="T88" fmla="*/ 84 w 115"/>
              <a:gd name="T89" fmla="*/ 6 h 139"/>
              <a:gd name="T90" fmla="*/ 101 w 115"/>
              <a:gd name="T91" fmla="*/ 10 h 139"/>
              <a:gd name="T92" fmla="*/ 106 w 115"/>
              <a:gd name="T93" fmla="*/ 21 h 139"/>
              <a:gd name="T94" fmla="*/ 100 w 115"/>
              <a:gd name="T95" fmla="*/ 18 h 139"/>
              <a:gd name="T96" fmla="*/ 97 w 115"/>
              <a:gd name="T97" fmla="*/ 18 h 139"/>
              <a:gd name="T98" fmla="*/ 97 w 115"/>
              <a:gd name="T99" fmla="*/ 21 h 139"/>
              <a:gd name="T100" fmla="*/ 106 w 115"/>
              <a:gd name="T101" fmla="*/ 26 h 139"/>
              <a:gd name="T102" fmla="*/ 111 w 115"/>
              <a:gd name="T103" fmla="*/ 42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15" h="139">
                <a:moveTo>
                  <a:pt x="63" y="138"/>
                </a:moveTo>
                <a:cubicBezTo>
                  <a:pt x="53" y="139"/>
                  <a:pt x="37" y="137"/>
                  <a:pt x="25" y="130"/>
                </a:cubicBezTo>
                <a:cubicBezTo>
                  <a:pt x="16" y="123"/>
                  <a:pt x="10" y="116"/>
                  <a:pt x="6" y="108"/>
                </a:cubicBezTo>
                <a:cubicBezTo>
                  <a:pt x="2" y="100"/>
                  <a:pt x="0" y="90"/>
                  <a:pt x="4" y="90"/>
                </a:cubicBezTo>
                <a:cubicBezTo>
                  <a:pt x="6" y="91"/>
                  <a:pt x="8" y="94"/>
                  <a:pt x="12" y="99"/>
                </a:cubicBezTo>
                <a:cubicBezTo>
                  <a:pt x="14" y="102"/>
                  <a:pt x="17" y="105"/>
                  <a:pt x="18" y="106"/>
                </a:cubicBezTo>
                <a:cubicBezTo>
                  <a:pt x="19" y="106"/>
                  <a:pt x="20" y="105"/>
                  <a:pt x="20" y="104"/>
                </a:cubicBezTo>
                <a:cubicBezTo>
                  <a:pt x="21" y="102"/>
                  <a:pt x="23" y="98"/>
                  <a:pt x="25" y="95"/>
                </a:cubicBezTo>
                <a:cubicBezTo>
                  <a:pt x="27" y="93"/>
                  <a:pt x="30" y="92"/>
                  <a:pt x="31" y="98"/>
                </a:cubicBezTo>
                <a:cubicBezTo>
                  <a:pt x="32" y="101"/>
                  <a:pt x="33" y="104"/>
                  <a:pt x="33" y="106"/>
                </a:cubicBezTo>
                <a:cubicBezTo>
                  <a:pt x="33" y="110"/>
                  <a:pt x="34" y="112"/>
                  <a:pt x="35" y="113"/>
                </a:cubicBezTo>
                <a:cubicBezTo>
                  <a:pt x="36" y="113"/>
                  <a:pt x="38" y="112"/>
                  <a:pt x="42" y="111"/>
                </a:cubicBezTo>
                <a:cubicBezTo>
                  <a:pt x="44" y="110"/>
                  <a:pt x="47" y="109"/>
                  <a:pt x="51" y="108"/>
                </a:cubicBezTo>
                <a:cubicBezTo>
                  <a:pt x="55" y="107"/>
                  <a:pt x="57" y="108"/>
                  <a:pt x="54" y="113"/>
                </a:cubicBezTo>
                <a:cubicBezTo>
                  <a:pt x="53" y="116"/>
                  <a:pt x="52" y="118"/>
                  <a:pt x="48" y="124"/>
                </a:cubicBezTo>
                <a:cubicBezTo>
                  <a:pt x="48" y="125"/>
                  <a:pt x="48" y="126"/>
                  <a:pt x="49" y="126"/>
                </a:cubicBezTo>
                <a:cubicBezTo>
                  <a:pt x="50" y="128"/>
                  <a:pt x="53" y="129"/>
                  <a:pt x="56" y="131"/>
                </a:cubicBezTo>
                <a:cubicBezTo>
                  <a:pt x="59" y="132"/>
                  <a:pt x="62" y="133"/>
                  <a:pt x="64" y="133"/>
                </a:cubicBezTo>
                <a:cubicBezTo>
                  <a:pt x="67" y="134"/>
                  <a:pt x="67" y="137"/>
                  <a:pt x="63" y="138"/>
                </a:cubicBezTo>
                <a:close/>
                <a:moveTo>
                  <a:pt x="107" y="120"/>
                </a:moveTo>
                <a:cubicBezTo>
                  <a:pt x="104" y="125"/>
                  <a:pt x="97" y="130"/>
                  <a:pt x="89" y="134"/>
                </a:cubicBezTo>
                <a:cubicBezTo>
                  <a:pt x="88" y="135"/>
                  <a:pt x="87" y="134"/>
                  <a:pt x="86" y="133"/>
                </a:cubicBezTo>
                <a:cubicBezTo>
                  <a:pt x="86" y="133"/>
                  <a:pt x="87" y="132"/>
                  <a:pt x="87" y="131"/>
                </a:cubicBezTo>
                <a:cubicBezTo>
                  <a:pt x="98" y="117"/>
                  <a:pt x="90" y="105"/>
                  <a:pt x="73" y="95"/>
                </a:cubicBezTo>
                <a:cubicBezTo>
                  <a:pt x="61" y="88"/>
                  <a:pt x="53" y="84"/>
                  <a:pt x="44" y="78"/>
                </a:cubicBezTo>
                <a:cubicBezTo>
                  <a:pt x="16" y="62"/>
                  <a:pt x="11" y="48"/>
                  <a:pt x="10" y="40"/>
                </a:cubicBezTo>
                <a:cubicBezTo>
                  <a:pt x="8" y="19"/>
                  <a:pt x="25" y="4"/>
                  <a:pt x="42" y="0"/>
                </a:cubicBezTo>
                <a:cubicBezTo>
                  <a:pt x="43" y="0"/>
                  <a:pt x="44" y="0"/>
                  <a:pt x="45" y="1"/>
                </a:cubicBezTo>
                <a:cubicBezTo>
                  <a:pt x="45" y="2"/>
                  <a:pt x="44" y="3"/>
                  <a:pt x="43" y="3"/>
                </a:cubicBezTo>
                <a:cubicBezTo>
                  <a:pt x="36" y="8"/>
                  <a:pt x="28" y="17"/>
                  <a:pt x="29" y="27"/>
                </a:cubicBezTo>
                <a:cubicBezTo>
                  <a:pt x="29" y="33"/>
                  <a:pt x="32" y="41"/>
                  <a:pt x="47" y="52"/>
                </a:cubicBezTo>
                <a:cubicBezTo>
                  <a:pt x="56" y="59"/>
                  <a:pt x="68" y="64"/>
                  <a:pt x="91" y="78"/>
                </a:cubicBezTo>
                <a:cubicBezTo>
                  <a:pt x="115" y="93"/>
                  <a:pt x="113" y="111"/>
                  <a:pt x="107" y="120"/>
                </a:cubicBezTo>
                <a:close/>
                <a:moveTo>
                  <a:pt x="111" y="42"/>
                </a:moveTo>
                <a:cubicBezTo>
                  <a:pt x="105" y="49"/>
                  <a:pt x="100" y="46"/>
                  <a:pt x="95" y="37"/>
                </a:cubicBezTo>
                <a:cubicBezTo>
                  <a:pt x="93" y="31"/>
                  <a:pt x="89" y="29"/>
                  <a:pt x="87" y="31"/>
                </a:cubicBezTo>
                <a:cubicBezTo>
                  <a:pt x="84" y="32"/>
                  <a:pt x="85" y="37"/>
                  <a:pt x="88" y="41"/>
                </a:cubicBezTo>
                <a:cubicBezTo>
                  <a:pt x="90" y="44"/>
                  <a:pt x="89" y="48"/>
                  <a:pt x="87" y="50"/>
                </a:cubicBezTo>
                <a:cubicBezTo>
                  <a:pt x="85" y="52"/>
                  <a:pt x="81" y="53"/>
                  <a:pt x="78" y="52"/>
                </a:cubicBezTo>
                <a:cubicBezTo>
                  <a:pt x="71" y="51"/>
                  <a:pt x="64" y="42"/>
                  <a:pt x="69" y="22"/>
                </a:cubicBezTo>
                <a:cubicBezTo>
                  <a:pt x="71" y="14"/>
                  <a:pt x="67" y="10"/>
                  <a:pt x="65" y="7"/>
                </a:cubicBezTo>
                <a:cubicBezTo>
                  <a:pt x="63" y="5"/>
                  <a:pt x="63" y="5"/>
                  <a:pt x="64" y="4"/>
                </a:cubicBezTo>
                <a:cubicBezTo>
                  <a:pt x="64" y="3"/>
                  <a:pt x="65" y="3"/>
                  <a:pt x="67" y="4"/>
                </a:cubicBezTo>
                <a:cubicBezTo>
                  <a:pt x="70" y="4"/>
                  <a:pt x="74" y="5"/>
                  <a:pt x="77" y="6"/>
                </a:cubicBezTo>
                <a:cubicBezTo>
                  <a:pt x="79" y="6"/>
                  <a:pt x="81" y="6"/>
                  <a:pt x="84" y="6"/>
                </a:cubicBezTo>
                <a:cubicBezTo>
                  <a:pt x="91" y="6"/>
                  <a:pt x="96" y="7"/>
                  <a:pt x="101" y="10"/>
                </a:cubicBezTo>
                <a:cubicBezTo>
                  <a:pt x="110" y="14"/>
                  <a:pt x="111" y="21"/>
                  <a:pt x="106" y="21"/>
                </a:cubicBezTo>
                <a:cubicBezTo>
                  <a:pt x="104" y="21"/>
                  <a:pt x="102" y="19"/>
                  <a:pt x="100" y="18"/>
                </a:cubicBezTo>
                <a:cubicBezTo>
                  <a:pt x="99" y="18"/>
                  <a:pt x="98" y="18"/>
                  <a:pt x="97" y="18"/>
                </a:cubicBezTo>
                <a:cubicBezTo>
                  <a:pt x="96" y="19"/>
                  <a:pt x="96" y="20"/>
                  <a:pt x="97" y="21"/>
                </a:cubicBezTo>
                <a:cubicBezTo>
                  <a:pt x="98" y="23"/>
                  <a:pt x="101" y="24"/>
                  <a:pt x="106" y="26"/>
                </a:cubicBezTo>
                <a:cubicBezTo>
                  <a:pt x="115" y="28"/>
                  <a:pt x="115" y="36"/>
                  <a:pt x="111" y="42"/>
                </a:cubicBezTo>
                <a:close/>
              </a:path>
            </a:pathLst>
          </a:custGeom>
          <a:gradFill>
            <a:gsLst>
              <a:gs pos="52000">
                <a:srgbClr val="BCD2FA"/>
              </a:gs>
              <a:gs pos="2660">
                <a:srgbClr val="1157D5"/>
              </a:gs>
              <a:gs pos="100000">
                <a:srgbClr val="1157D5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7" name="양쪽 모서리가 둥근 사각형 76"/>
          <p:cNvSpPr/>
          <p:nvPr userDrawn="1"/>
        </p:nvSpPr>
        <p:spPr>
          <a:xfrm rot="5400000">
            <a:off x="1822121" y="79816"/>
            <a:ext cx="310268" cy="1047754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072355"/>
              </a:gs>
              <a:gs pos="100000">
                <a:srgbClr val="1157D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6DA1FE30-3D43-46C3-9433-E1CA3AFF8F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" r="49115" b="-6958"/>
          <a:stretch/>
        </p:blipFill>
        <p:spPr>
          <a:xfrm>
            <a:off x="-47626" y="671908"/>
            <a:ext cx="1668993" cy="321296"/>
          </a:xfrm>
          <a:prstGeom prst="rect">
            <a:avLst/>
          </a:prstGeom>
        </p:spPr>
      </p:pic>
      <p:sp>
        <p:nvSpPr>
          <p:cNvPr id="14" name="양쪽 모서리가 둥근 사각형 13"/>
          <p:cNvSpPr/>
          <p:nvPr userDrawn="1"/>
        </p:nvSpPr>
        <p:spPr>
          <a:xfrm rot="5400000">
            <a:off x="743729" y="-295171"/>
            <a:ext cx="310268" cy="179772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grpSp>
        <p:nvGrpSpPr>
          <p:cNvPr id="42" name="그룹 41"/>
          <p:cNvGrpSpPr/>
          <p:nvPr userDrawn="1"/>
        </p:nvGrpSpPr>
        <p:grpSpPr>
          <a:xfrm>
            <a:off x="202285" y="496460"/>
            <a:ext cx="1213908" cy="214464"/>
            <a:chOff x="2492408" y="413352"/>
            <a:chExt cx="3702051" cy="654050"/>
          </a:xfrm>
        </p:grpSpPr>
        <p:sp>
          <p:nvSpPr>
            <p:cNvPr id="43" name="Freeform 5"/>
            <p:cNvSpPr>
              <a:spLocks noEditPoints="1"/>
            </p:cNvSpPr>
            <p:nvPr/>
          </p:nvSpPr>
          <p:spPr bwMode="auto">
            <a:xfrm>
              <a:off x="2492408" y="413352"/>
              <a:ext cx="642938" cy="654050"/>
            </a:xfrm>
            <a:custGeom>
              <a:avLst/>
              <a:gdLst>
                <a:gd name="T0" fmla="*/ 86 w 171"/>
                <a:gd name="T1" fmla="*/ 0 h 171"/>
                <a:gd name="T2" fmla="*/ 0 w 171"/>
                <a:gd name="T3" fmla="*/ 85 h 171"/>
                <a:gd name="T4" fmla="*/ 86 w 171"/>
                <a:gd name="T5" fmla="*/ 171 h 171"/>
                <a:gd name="T6" fmla="*/ 171 w 171"/>
                <a:gd name="T7" fmla="*/ 85 h 171"/>
                <a:gd name="T8" fmla="*/ 86 w 171"/>
                <a:gd name="T9" fmla="*/ 0 h 171"/>
                <a:gd name="T10" fmla="*/ 87 w 171"/>
                <a:gd name="T11" fmla="*/ 155 h 171"/>
                <a:gd name="T12" fmla="*/ 49 w 171"/>
                <a:gd name="T13" fmla="*/ 147 h 171"/>
                <a:gd name="T14" fmla="*/ 30 w 171"/>
                <a:gd name="T15" fmla="*/ 125 h 171"/>
                <a:gd name="T16" fmla="*/ 28 w 171"/>
                <a:gd name="T17" fmla="*/ 107 h 171"/>
                <a:gd name="T18" fmla="*/ 36 w 171"/>
                <a:gd name="T19" fmla="*/ 116 h 171"/>
                <a:gd name="T20" fmla="*/ 42 w 171"/>
                <a:gd name="T21" fmla="*/ 123 h 171"/>
                <a:gd name="T22" fmla="*/ 44 w 171"/>
                <a:gd name="T23" fmla="*/ 121 h 171"/>
                <a:gd name="T24" fmla="*/ 49 w 171"/>
                <a:gd name="T25" fmla="*/ 112 h 171"/>
                <a:gd name="T26" fmla="*/ 55 w 171"/>
                <a:gd name="T27" fmla="*/ 115 h 171"/>
                <a:gd name="T28" fmla="*/ 57 w 171"/>
                <a:gd name="T29" fmla="*/ 123 h 171"/>
                <a:gd name="T30" fmla="*/ 59 w 171"/>
                <a:gd name="T31" fmla="*/ 130 h 171"/>
                <a:gd name="T32" fmla="*/ 66 w 171"/>
                <a:gd name="T33" fmla="*/ 128 h 171"/>
                <a:gd name="T34" fmla="*/ 75 w 171"/>
                <a:gd name="T35" fmla="*/ 125 h 171"/>
                <a:gd name="T36" fmla="*/ 78 w 171"/>
                <a:gd name="T37" fmla="*/ 130 h 171"/>
                <a:gd name="T38" fmla="*/ 72 w 171"/>
                <a:gd name="T39" fmla="*/ 141 h 171"/>
                <a:gd name="T40" fmla="*/ 73 w 171"/>
                <a:gd name="T41" fmla="*/ 143 h 171"/>
                <a:gd name="T42" fmla="*/ 80 w 171"/>
                <a:gd name="T43" fmla="*/ 148 h 171"/>
                <a:gd name="T44" fmla="*/ 88 w 171"/>
                <a:gd name="T45" fmla="*/ 150 h 171"/>
                <a:gd name="T46" fmla="*/ 87 w 171"/>
                <a:gd name="T47" fmla="*/ 155 h 171"/>
                <a:gd name="T48" fmla="*/ 131 w 171"/>
                <a:gd name="T49" fmla="*/ 137 h 171"/>
                <a:gd name="T50" fmla="*/ 113 w 171"/>
                <a:gd name="T51" fmla="*/ 151 h 171"/>
                <a:gd name="T52" fmla="*/ 110 w 171"/>
                <a:gd name="T53" fmla="*/ 150 h 171"/>
                <a:gd name="T54" fmla="*/ 111 w 171"/>
                <a:gd name="T55" fmla="*/ 148 h 171"/>
                <a:gd name="T56" fmla="*/ 97 w 171"/>
                <a:gd name="T57" fmla="*/ 112 h 171"/>
                <a:gd name="T58" fmla="*/ 68 w 171"/>
                <a:gd name="T59" fmla="*/ 95 h 171"/>
                <a:gd name="T60" fmla="*/ 34 w 171"/>
                <a:gd name="T61" fmla="*/ 57 h 171"/>
                <a:gd name="T62" fmla="*/ 66 w 171"/>
                <a:gd name="T63" fmla="*/ 17 h 171"/>
                <a:gd name="T64" fmla="*/ 69 w 171"/>
                <a:gd name="T65" fmla="*/ 18 h 171"/>
                <a:gd name="T66" fmla="*/ 67 w 171"/>
                <a:gd name="T67" fmla="*/ 20 h 171"/>
                <a:gd name="T68" fmla="*/ 53 w 171"/>
                <a:gd name="T69" fmla="*/ 44 h 171"/>
                <a:gd name="T70" fmla="*/ 71 w 171"/>
                <a:gd name="T71" fmla="*/ 69 h 171"/>
                <a:gd name="T72" fmla="*/ 115 w 171"/>
                <a:gd name="T73" fmla="*/ 95 h 171"/>
                <a:gd name="T74" fmla="*/ 131 w 171"/>
                <a:gd name="T75" fmla="*/ 137 h 171"/>
                <a:gd name="T76" fmla="*/ 135 w 171"/>
                <a:gd name="T77" fmla="*/ 59 h 171"/>
                <a:gd name="T78" fmla="*/ 119 w 171"/>
                <a:gd name="T79" fmla="*/ 54 h 171"/>
                <a:gd name="T80" fmla="*/ 111 w 171"/>
                <a:gd name="T81" fmla="*/ 48 h 171"/>
                <a:gd name="T82" fmla="*/ 112 w 171"/>
                <a:gd name="T83" fmla="*/ 58 h 171"/>
                <a:gd name="T84" fmla="*/ 111 w 171"/>
                <a:gd name="T85" fmla="*/ 67 h 171"/>
                <a:gd name="T86" fmla="*/ 102 w 171"/>
                <a:gd name="T87" fmla="*/ 69 h 171"/>
                <a:gd name="T88" fmla="*/ 93 w 171"/>
                <a:gd name="T89" fmla="*/ 39 h 171"/>
                <a:gd name="T90" fmla="*/ 89 w 171"/>
                <a:gd name="T91" fmla="*/ 24 h 171"/>
                <a:gd name="T92" fmla="*/ 88 w 171"/>
                <a:gd name="T93" fmla="*/ 21 h 171"/>
                <a:gd name="T94" fmla="*/ 91 w 171"/>
                <a:gd name="T95" fmla="*/ 21 h 171"/>
                <a:gd name="T96" fmla="*/ 101 w 171"/>
                <a:gd name="T97" fmla="*/ 23 h 171"/>
                <a:gd name="T98" fmla="*/ 108 w 171"/>
                <a:gd name="T99" fmla="*/ 23 h 171"/>
                <a:gd name="T100" fmla="*/ 125 w 171"/>
                <a:gd name="T101" fmla="*/ 27 h 171"/>
                <a:gd name="T102" fmla="*/ 130 w 171"/>
                <a:gd name="T103" fmla="*/ 38 h 171"/>
                <a:gd name="T104" fmla="*/ 124 w 171"/>
                <a:gd name="T105" fmla="*/ 35 h 171"/>
                <a:gd name="T106" fmla="*/ 121 w 171"/>
                <a:gd name="T107" fmla="*/ 35 h 171"/>
                <a:gd name="T108" fmla="*/ 121 w 171"/>
                <a:gd name="T109" fmla="*/ 38 h 171"/>
                <a:gd name="T110" fmla="*/ 130 w 171"/>
                <a:gd name="T111" fmla="*/ 43 h 171"/>
                <a:gd name="T112" fmla="*/ 135 w 171"/>
                <a:gd name="T113" fmla="*/ 59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71" h="171">
                  <a:moveTo>
                    <a:pt x="86" y="0"/>
                  </a:moveTo>
                  <a:cubicBezTo>
                    <a:pt x="39" y="0"/>
                    <a:pt x="0" y="39"/>
                    <a:pt x="0" y="85"/>
                  </a:cubicBezTo>
                  <a:cubicBezTo>
                    <a:pt x="0" y="132"/>
                    <a:pt x="39" y="171"/>
                    <a:pt x="86" y="171"/>
                  </a:cubicBezTo>
                  <a:cubicBezTo>
                    <a:pt x="132" y="171"/>
                    <a:pt x="171" y="132"/>
                    <a:pt x="171" y="85"/>
                  </a:cubicBezTo>
                  <a:cubicBezTo>
                    <a:pt x="171" y="39"/>
                    <a:pt x="132" y="0"/>
                    <a:pt x="86" y="0"/>
                  </a:cubicBezTo>
                  <a:close/>
                  <a:moveTo>
                    <a:pt x="87" y="155"/>
                  </a:moveTo>
                  <a:cubicBezTo>
                    <a:pt x="77" y="156"/>
                    <a:pt x="61" y="154"/>
                    <a:pt x="49" y="147"/>
                  </a:cubicBezTo>
                  <a:cubicBezTo>
                    <a:pt x="40" y="140"/>
                    <a:pt x="34" y="133"/>
                    <a:pt x="30" y="125"/>
                  </a:cubicBezTo>
                  <a:cubicBezTo>
                    <a:pt x="26" y="117"/>
                    <a:pt x="24" y="107"/>
                    <a:pt x="28" y="107"/>
                  </a:cubicBezTo>
                  <a:cubicBezTo>
                    <a:pt x="30" y="108"/>
                    <a:pt x="32" y="111"/>
                    <a:pt x="36" y="116"/>
                  </a:cubicBezTo>
                  <a:cubicBezTo>
                    <a:pt x="38" y="119"/>
                    <a:pt x="41" y="122"/>
                    <a:pt x="42" y="123"/>
                  </a:cubicBezTo>
                  <a:cubicBezTo>
                    <a:pt x="43" y="123"/>
                    <a:pt x="44" y="122"/>
                    <a:pt x="44" y="121"/>
                  </a:cubicBezTo>
                  <a:cubicBezTo>
                    <a:pt x="45" y="119"/>
                    <a:pt x="47" y="115"/>
                    <a:pt x="49" y="112"/>
                  </a:cubicBezTo>
                  <a:cubicBezTo>
                    <a:pt x="51" y="110"/>
                    <a:pt x="54" y="109"/>
                    <a:pt x="55" y="115"/>
                  </a:cubicBezTo>
                  <a:cubicBezTo>
                    <a:pt x="56" y="118"/>
                    <a:pt x="57" y="121"/>
                    <a:pt x="57" y="123"/>
                  </a:cubicBezTo>
                  <a:cubicBezTo>
                    <a:pt x="57" y="127"/>
                    <a:pt x="58" y="129"/>
                    <a:pt x="59" y="130"/>
                  </a:cubicBezTo>
                  <a:cubicBezTo>
                    <a:pt x="60" y="130"/>
                    <a:pt x="62" y="129"/>
                    <a:pt x="66" y="128"/>
                  </a:cubicBezTo>
                  <a:cubicBezTo>
                    <a:pt x="68" y="127"/>
                    <a:pt x="71" y="126"/>
                    <a:pt x="75" y="125"/>
                  </a:cubicBezTo>
                  <a:cubicBezTo>
                    <a:pt x="79" y="124"/>
                    <a:pt x="81" y="125"/>
                    <a:pt x="78" y="130"/>
                  </a:cubicBezTo>
                  <a:cubicBezTo>
                    <a:pt x="77" y="133"/>
                    <a:pt x="76" y="135"/>
                    <a:pt x="72" y="141"/>
                  </a:cubicBezTo>
                  <a:cubicBezTo>
                    <a:pt x="72" y="142"/>
                    <a:pt x="72" y="143"/>
                    <a:pt x="73" y="143"/>
                  </a:cubicBezTo>
                  <a:cubicBezTo>
                    <a:pt x="74" y="145"/>
                    <a:pt x="77" y="146"/>
                    <a:pt x="80" y="148"/>
                  </a:cubicBezTo>
                  <a:cubicBezTo>
                    <a:pt x="83" y="149"/>
                    <a:pt x="86" y="150"/>
                    <a:pt x="88" y="150"/>
                  </a:cubicBezTo>
                  <a:cubicBezTo>
                    <a:pt x="91" y="151"/>
                    <a:pt x="91" y="154"/>
                    <a:pt x="87" y="155"/>
                  </a:cubicBezTo>
                  <a:close/>
                  <a:moveTo>
                    <a:pt x="131" y="137"/>
                  </a:moveTo>
                  <a:cubicBezTo>
                    <a:pt x="128" y="142"/>
                    <a:pt x="121" y="147"/>
                    <a:pt x="113" y="151"/>
                  </a:cubicBezTo>
                  <a:cubicBezTo>
                    <a:pt x="112" y="152"/>
                    <a:pt x="111" y="151"/>
                    <a:pt x="110" y="150"/>
                  </a:cubicBezTo>
                  <a:cubicBezTo>
                    <a:pt x="110" y="150"/>
                    <a:pt x="111" y="149"/>
                    <a:pt x="111" y="148"/>
                  </a:cubicBezTo>
                  <a:cubicBezTo>
                    <a:pt x="122" y="134"/>
                    <a:pt x="114" y="122"/>
                    <a:pt x="97" y="112"/>
                  </a:cubicBezTo>
                  <a:cubicBezTo>
                    <a:pt x="85" y="105"/>
                    <a:pt x="77" y="101"/>
                    <a:pt x="68" y="95"/>
                  </a:cubicBezTo>
                  <a:cubicBezTo>
                    <a:pt x="40" y="79"/>
                    <a:pt x="35" y="65"/>
                    <a:pt x="34" y="57"/>
                  </a:cubicBezTo>
                  <a:cubicBezTo>
                    <a:pt x="32" y="36"/>
                    <a:pt x="49" y="21"/>
                    <a:pt x="66" y="17"/>
                  </a:cubicBezTo>
                  <a:cubicBezTo>
                    <a:pt x="67" y="17"/>
                    <a:pt x="68" y="17"/>
                    <a:pt x="69" y="18"/>
                  </a:cubicBezTo>
                  <a:cubicBezTo>
                    <a:pt x="69" y="19"/>
                    <a:pt x="68" y="20"/>
                    <a:pt x="67" y="20"/>
                  </a:cubicBezTo>
                  <a:cubicBezTo>
                    <a:pt x="60" y="25"/>
                    <a:pt x="52" y="34"/>
                    <a:pt x="53" y="44"/>
                  </a:cubicBezTo>
                  <a:cubicBezTo>
                    <a:pt x="53" y="50"/>
                    <a:pt x="56" y="58"/>
                    <a:pt x="71" y="69"/>
                  </a:cubicBezTo>
                  <a:cubicBezTo>
                    <a:pt x="80" y="76"/>
                    <a:pt x="92" y="81"/>
                    <a:pt x="115" y="95"/>
                  </a:cubicBezTo>
                  <a:cubicBezTo>
                    <a:pt x="139" y="110"/>
                    <a:pt x="137" y="128"/>
                    <a:pt x="131" y="137"/>
                  </a:cubicBezTo>
                  <a:close/>
                  <a:moveTo>
                    <a:pt x="135" y="59"/>
                  </a:moveTo>
                  <a:cubicBezTo>
                    <a:pt x="129" y="66"/>
                    <a:pt x="124" y="63"/>
                    <a:pt x="119" y="54"/>
                  </a:cubicBezTo>
                  <a:cubicBezTo>
                    <a:pt x="117" y="48"/>
                    <a:pt x="113" y="46"/>
                    <a:pt x="111" y="48"/>
                  </a:cubicBezTo>
                  <a:cubicBezTo>
                    <a:pt x="108" y="49"/>
                    <a:pt x="109" y="54"/>
                    <a:pt x="112" y="58"/>
                  </a:cubicBezTo>
                  <a:cubicBezTo>
                    <a:pt x="114" y="61"/>
                    <a:pt x="113" y="65"/>
                    <a:pt x="111" y="67"/>
                  </a:cubicBezTo>
                  <a:cubicBezTo>
                    <a:pt x="109" y="69"/>
                    <a:pt x="105" y="70"/>
                    <a:pt x="102" y="69"/>
                  </a:cubicBezTo>
                  <a:cubicBezTo>
                    <a:pt x="95" y="68"/>
                    <a:pt x="88" y="59"/>
                    <a:pt x="93" y="39"/>
                  </a:cubicBezTo>
                  <a:cubicBezTo>
                    <a:pt x="95" y="31"/>
                    <a:pt x="91" y="27"/>
                    <a:pt x="89" y="24"/>
                  </a:cubicBezTo>
                  <a:cubicBezTo>
                    <a:pt x="87" y="22"/>
                    <a:pt x="87" y="22"/>
                    <a:pt x="88" y="21"/>
                  </a:cubicBezTo>
                  <a:cubicBezTo>
                    <a:pt x="88" y="20"/>
                    <a:pt x="89" y="20"/>
                    <a:pt x="91" y="21"/>
                  </a:cubicBezTo>
                  <a:cubicBezTo>
                    <a:pt x="94" y="21"/>
                    <a:pt x="98" y="22"/>
                    <a:pt x="101" y="23"/>
                  </a:cubicBezTo>
                  <a:cubicBezTo>
                    <a:pt x="103" y="23"/>
                    <a:pt x="105" y="23"/>
                    <a:pt x="108" y="23"/>
                  </a:cubicBezTo>
                  <a:cubicBezTo>
                    <a:pt x="115" y="23"/>
                    <a:pt x="120" y="24"/>
                    <a:pt x="125" y="27"/>
                  </a:cubicBezTo>
                  <a:cubicBezTo>
                    <a:pt x="134" y="31"/>
                    <a:pt x="135" y="38"/>
                    <a:pt x="130" y="38"/>
                  </a:cubicBezTo>
                  <a:cubicBezTo>
                    <a:pt x="128" y="38"/>
                    <a:pt x="126" y="36"/>
                    <a:pt x="124" y="35"/>
                  </a:cubicBezTo>
                  <a:cubicBezTo>
                    <a:pt x="123" y="35"/>
                    <a:pt x="122" y="35"/>
                    <a:pt x="121" y="35"/>
                  </a:cubicBezTo>
                  <a:cubicBezTo>
                    <a:pt x="120" y="36"/>
                    <a:pt x="120" y="37"/>
                    <a:pt x="121" y="38"/>
                  </a:cubicBezTo>
                  <a:cubicBezTo>
                    <a:pt x="122" y="40"/>
                    <a:pt x="125" y="41"/>
                    <a:pt x="130" y="43"/>
                  </a:cubicBezTo>
                  <a:cubicBezTo>
                    <a:pt x="139" y="45"/>
                    <a:pt x="139" y="53"/>
                    <a:pt x="135" y="59"/>
                  </a:cubicBez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4" name="Freeform 6"/>
            <p:cNvSpPr>
              <a:spLocks noEditPoints="1"/>
            </p:cNvSpPr>
            <p:nvPr/>
          </p:nvSpPr>
          <p:spPr bwMode="auto">
            <a:xfrm>
              <a:off x="2581308" y="478440"/>
              <a:ext cx="433388" cy="531813"/>
            </a:xfrm>
            <a:custGeom>
              <a:avLst/>
              <a:gdLst>
                <a:gd name="T0" fmla="*/ 63 w 115"/>
                <a:gd name="T1" fmla="*/ 138 h 139"/>
                <a:gd name="T2" fmla="*/ 25 w 115"/>
                <a:gd name="T3" fmla="*/ 130 h 139"/>
                <a:gd name="T4" fmla="*/ 6 w 115"/>
                <a:gd name="T5" fmla="*/ 108 h 139"/>
                <a:gd name="T6" fmla="*/ 4 w 115"/>
                <a:gd name="T7" fmla="*/ 90 h 139"/>
                <a:gd name="T8" fmla="*/ 12 w 115"/>
                <a:gd name="T9" fmla="*/ 99 h 139"/>
                <a:gd name="T10" fmla="*/ 18 w 115"/>
                <a:gd name="T11" fmla="*/ 106 h 139"/>
                <a:gd name="T12" fmla="*/ 20 w 115"/>
                <a:gd name="T13" fmla="*/ 104 h 139"/>
                <a:gd name="T14" fmla="*/ 25 w 115"/>
                <a:gd name="T15" fmla="*/ 95 h 139"/>
                <a:gd name="T16" fmla="*/ 31 w 115"/>
                <a:gd name="T17" fmla="*/ 98 h 139"/>
                <a:gd name="T18" fmla="*/ 33 w 115"/>
                <a:gd name="T19" fmla="*/ 106 h 139"/>
                <a:gd name="T20" fmla="*/ 35 w 115"/>
                <a:gd name="T21" fmla="*/ 113 h 139"/>
                <a:gd name="T22" fmla="*/ 42 w 115"/>
                <a:gd name="T23" fmla="*/ 111 h 139"/>
                <a:gd name="T24" fmla="*/ 51 w 115"/>
                <a:gd name="T25" fmla="*/ 108 h 139"/>
                <a:gd name="T26" fmla="*/ 54 w 115"/>
                <a:gd name="T27" fmla="*/ 113 h 139"/>
                <a:gd name="T28" fmla="*/ 48 w 115"/>
                <a:gd name="T29" fmla="*/ 124 h 139"/>
                <a:gd name="T30" fmla="*/ 49 w 115"/>
                <a:gd name="T31" fmla="*/ 126 h 139"/>
                <a:gd name="T32" fmla="*/ 56 w 115"/>
                <a:gd name="T33" fmla="*/ 131 h 139"/>
                <a:gd name="T34" fmla="*/ 64 w 115"/>
                <a:gd name="T35" fmla="*/ 133 h 139"/>
                <a:gd name="T36" fmla="*/ 63 w 115"/>
                <a:gd name="T37" fmla="*/ 138 h 139"/>
                <a:gd name="T38" fmla="*/ 107 w 115"/>
                <a:gd name="T39" fmla="*/ 120 h 139"/>
                <a:gd name="T40" fmla="*/ 89 w 115"/>
                <a:gd name="T41" fmla="*/ 134 h 139"/>
                <a:gd name="T42" fmla="*/ 86 w 115"/>
                <a:gd name="T43" fmla="*/ 133 h 139"/>
                <a:gd name="T44" fmla="*/ 87 w 115"/>
                <a:gd name="T45" fmla="*/ 131 h 139"/>
                <a:gd name="T46" fmla="*/ 73 w 115"/>
                <a:gd name="T47" fmla="*/ 95 h 139"/>
                <a:gd name="T48" fmla="*/ 44 w 115"/>
                <a:gd name="T49" fmla="*/ 78 h 139"/>
                <a:gd name="T50" fmla="*/ 10 w 115"/>
                <a:gd name="T51" fmla="*/ 40 h 139"/>
                <a:gd name="T52" fmla="*/ 42 w 115"/>
                <a:gd name="T53" fmla="*/ 0 h 139"/>
                <a:gd name="T54" fmla="*/ 45 w 115"/>
                <a:gd name="T55" fmla="*/ 1 h 139"/>
                <a:gd name="T56" fmla="*/ 43 w 115"/>
                <a:gd name="T57" fmla="*/ 3 h 139"/>
                <a:gd name="T58" fmla="*/ 29 w 115"/>
                <a:gd name="T59" fmla="*/ 27 h 139"/>
                <a:gd name="T60" fmla="*/ 47 w 115"/>
                <a:gd name="T61" fmla="*/ 52 h 139"/>
                <a:gd name="T62" fmla="*/ 91 w 115"/>
                <a:gd name="T63" fmla="*/ 78 h 139"/>
                <a:gd name="T64" fmla="*/ 107 w 115"/>
                <a:gd name="T65" fmla="*/ 120 h 139"/>
                <a:gd name="T66" fmla="*/ 111 w 115"/>
                <a:gd name="T67" fmla="*/ 42 h 139"/>
                <a:gd name="T68" fmla="*/ 95 w 115"/>
                <a:gd name="T69" fmla="*/ 37 h 139"/>
                <a:gd name="T70" fmla="*/ 87 w 115"/>
                <a:gd name="T71" fmla="*/ 31 h 139"/>
                <a:gd name="T72" fmla="*/ 88 w 115"/>
                <a:gd name="T73" fmla="*/ 41 h 139"/>
                <a:gd name="T74" fmla="*/ 87 w 115"/>
                <a:gd name="T75" fmla="*/ 50 h 139"/>
                <a:gd name="T76" fmla="*/ 78 w 115"/>
                <a:gd name="T77" fmla="*/ 52 h 139"/>
                <a:gd name="T78" fmla="*/ 69 w 115"/>
                <a:gd name="T79" fmla="*/ 22 h 139"/>
                <a:gd name="T80" fmla="*/ 65 w 115"/>
                <a:gd name="T81" fmla="*/ 7 h 139"/>
                <a:gd name="T82" fmla="*/ 64 w 115"/>
                <a:gd name="T83" fmla="*/ 4 h 139"/>
                <a:gd name="T84" fmla="*/ 67 w 115"/>
                <a:gd name="T85" fmla="*/ 4 h 139"/>
                <a:gd name="T86" fmla="*/ 77 w 115"/>
                <a:gd name="T87" fmla="*/ 6 h 139"/>
                <a:gd name="T88" fmla="*/ 84 w 115"/>
                <a:gd name="T89" fmla="*/ 6 h 139"/>
                <a:gd name="T90" fmla="*/ 101 w 115"/>
                <a:gd name="T91" fmla="*/ 10 h 139"/>
                <a:gd name="T92" fmla="*/ 106 w 115"/>
                <a:gd name="T93" fmla="*/ 21 h 139"/>
                <a:gd name="T94" fmla="*/ 100 w 115"/>
                <a:gd name="T95" fmla="*/ 18 h 139"/>
                <a:gd name="T96" fmla="*/ 97 w 115"/>
                <a:gd name="T97" fmla="*/ 18 h 139"/>
                <a:gd name="T98" fmla="*/ 97 w 115"/>
                <a:gd name="T99" fmla="*/ 21 h 139"/>
                <a:gd name="T100" fmla="*/ 106 w 115"/>
                <a:gd name="T101" fmla="*/ 26 h 139"/>
                <a:gd name="T102" fmla="*/ 111 w 115"/>
                <a:gd name="T103" fmla="*/ 42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5" h="139">
                  <a:moveTo>
                    <a:pt x="63" y="138"/>
                  </a:moveTo>
                  <a:cubicBezTo>
                    <a:pt x="53" y="139"/>
                    <a:pt x="37" y="137"/>
                    <a:pt x="25" y="130"/>
                  </a:cubicBezTo>
                  <a:cubicBezTo>
                    <a:pt x="16" y="123"/>
                    <a:pt x="10" y="116"/>
                    <a:pt x="6" y="108"/>
                  </a:cubicBezTo>
                  <a:cubicBezTo>
                    <a:pt x="2" y="100"/>
                    <a:pt x="0" y="90"/>
                    <a:pt x="4" y="90"/>
                  </a:cubicBezTo>
                  <a:cubicBezTo>
                    <a:pt x="6" y="91"/>
                    <a:pt x="8" y="94"/>
                    <a:pt x="12" y="99"/>
                  </a:cubicBezTo>
                  <a:cubicBezTo>
                    <a:pt x="14" y="102"/>
                    <a:pt x="17" y="105"/>
                    <a:pt x="18" y="106"/>
                  </a:cubicBezTo>
                  <a:cubicBezTo>
                    <a:pt x="19" y="106"/>
                    <a:pt x="20" y="105"/>
                    <a:pt x="20" y="104"/>
                  </a:cubicBezTo>
                  <a:cubicBezTo>
                    <a:pt x="21" y="102"/>
                    <a:pt x="23" y="98"/>
                    <a:pt x="25" y="95"/>
                  </a:cubicBezTo>
                  <a:cubicBezTo>
                    <a:pt x="27" y="93"/>
                    <a:pt x="30" y="92"/>
                    <a:pt x="31" y="98"/>
                  </a:cubicBezTo>
                  <a:cubicBezTo>
                    <a:pt x="32" y="101"/>
                    <a:pt x="33" y="104"/>
                    <a:pt x="33" y="106"/>
                  </a:cubicBezTo>
                  <a:cubicBezTo>
                    <a:pt x="33" y="110"/>
                    <a:pt x="34" y="112"/>
                    <a:pt x="35" y="113"/>
                  </a:cubicBezTo>
                  <a:cubicBezTo>
                    <a:pt x="36" y="113"/>
                    <a:pt x="38" y="112"/>
                    <a:pt x="42" y="111"/>
                  </a:cubicBezTo>
                  <a:cubicBezTo>
                    <a:pt x="44" y="110"/>
                    <a:pt x="47" y="109"/>
                    <a:pt x="51" y="108"/>
                  </a:cubicBezTo>
                  <a:cubicBezTo>
                    <a:pt x="55" y="107"/>
                    <a:pt x="57" y="108"/>
                    <a:pt x="54" y="113"/>
                  </a:cubicBezTo>
                  <a:cubicBezTo>
                    <a:pt x="53" y="116"/>
                    <a:pt x="52" y="118"/>
                    <a:pt x="48" y="124"/>
                  </a:cubicBezTo>
                  <a:cubicBezTo>
                    <a:pt x="48" y="125"/>
                    <a:pt x="48" y="126"/>
                    <a:pt x="49" y="126"/>
                  </a:cubicBezTo>
                  <a:cubicBezTo>
                    <a:pt x="50" y="128"/>
                    <a:pt x="53" y="129"/>
                    <a:pt x="56" y="131"/>
                  </a:cubicBezTo>
                  <a:cubicBezTo>
                    <a:pt x="59" y="132"/>
                    <a:pt x="62" y="133"/>
                    <a:pt x="64" y="133"/>
                  </a:cubicBezTo>
                  <a:cubicBezTo>
                    <a:pt x="67" y="134"/>
                    <a:pt x="67" y="137"/>
                    <a:pt x="63" y="138"/>
                  </a:cubicBezTo>
                  <a:close/>
                  <a:moveTo>
                    <a:pt x="107" y="120"/>
                  </a:moveTo>
                  <a:cubicBezTo>
                    <a:pt x="104" y="125"/>
                    <a:pt x="97" y="130"/>
                    <a:pt x="89" y="134"/>
                  </a:cubicBezTo>
                  <a:cubicBezTo>
                    <a:pt x="88" y="135"/>
                    <a:pt x="87" y="134"/>
                    <a:pt x="86" y="133"/>
                  </a:cubicBezTo>
                  <a:cubicBezTo>
                    <a:pt x="86" y="133"/>
                    <a:pt x="87" y="132"/>
                    <a:pt x="87" y="131"/>
                  </a:cubicBezTo>
                  <a:cubicBezTo>
                    <a:pt x="98" y="117"/>
                    <a:pt x="90" y="105"/>
                    <a:pt x="73" y="95"/>
                  </a:cubicBezTo>
                  <a:cubicBezTo>
                    <a:pt x="61" y="88"/>
                    <a:pt x="53" y="84"/>
                    <a:pt x="44" y="78"/>
                  </a:cubicBezTo>
                  <a:cubicBezTo>
                    <a:pt x="16" y="62"/>
                    <a:pt x="11" y="48"/>
                    <a:pt x="10" y="40"/>
                  </a:cubicBezTo>
                  <a:cubicBezTo>
                    <a:pt x="8" y="19"/>
                    <a:pt x="25" y="4"/>
                    <a:pt x="42" y="0"/>
                  </a:cubicBezTo>
                  <a:cubicBezTo>
                    <a:pt x="43" y="0"/>
                    <a:pt x="44" y="0"/>
                    <a:pt x="45" y="1"/>
                  </a:cubicBezTo>
                  <a:cubicBezTo>
                    <a:pt x="45" y="2"/>
                    <a:pt x="44" y="3"/>
                    <a:pt x="43" y="3"/>
                  </a:cubicBezTo>
                  <a:cubicBezTo>
                    <a:pt x="36" y="8"/>
                    <a:pt x="28" y="17"/>
                    <a:pt x="29" y="27"/>
                  </a:cubicBezTo>
                  <a:cubicBezTo>
                    <a:pt x="29" y="33"/>
                    <a:pt x="32" y="41"/>
                    <a:pt x="47" y="52"/>
                  </a:cubicBezTo>
                  <a:cubicBezTo>
                    <a:pt x="56" y="59"/>
                    <a:pt x="68" y="64"/>
                    <a:pt x="91" y="78"/>
                  </a:cubicBezTo>
                  <a:cubicBezTo>
                    <a:pt x="115" y="93"/>
                    <a:pt x="113" y="111"/>
                    <a:pt x="107" y="120"/>
                  </a:cubicBezTo>
                  <a:close/>
                  <a:moveTo>
                    <a:pt x="111" y="42"/>
                  </a:moveTo>
                  <a:cubicBezTo>
                    <a:pt x="105" y="49"/>
                    <a:pt x="100" y="46"/>
                    <a:pt x="95" y="37"/>
                  </a:cubicBezTo>
                  <a:cubicBezTo>
                    <a:pt x="93" y="31"/>
                    <a:pt x="89" y="29"/>
                    <a:pt x="87" y="31"/>
                  </a:cubicBezTo>
                  <a:cubicBezTo>
                    <a:pt x="84" y="32"/>
                    <a:pt x="85" y="37"/>
                    <a:pt x="88" y="41"/>
                  </a:cubicBezTo>
                  <a:cubicBezTo>
                    <a:pt x="90" y="44"/>
                    <a:pt x="89" y="48"/>
                    <a:pt x="87" y="50"/>
                  </a:cubicBezTo>
                  <a:cubicBezTo>
                    <a:pt x="85" y="52"/>
                    <a:pt x="81" y="53"/>
                    <a:pt x="78" y="52"/>
                  </a:cubicBezTo>
                  <a:cubicBezTo>
                    <a:pt x="71" y="51"/>
                    <a:pt x="64" y="42"/>
                    <a:pt x="69" y="22"/>
                  </a:cubicBezTo>
                  <a:cubicBezTo>
                    <a:pt x="71" y="14"/>
                    <a:pt x="67" y="10"/>
                    <a:pt x="65" y="7"/>
                  </a:cubicBezTo>
                  <a:cubicBezTo>
                    <a:pt x="63" y="5"/>
                    <a:pt x="63" y="5"/>
                    <a:pt x="64" y="4"/>
                  </a:cubicBezTo>
                  <a:cubicBezTo>
                    <a:pt x="64" y="3"/>
                    <a:pt x="65" y="3"/>
                    <a:pt x="67" y="4"/>
                  </a:cubicBezTo>
                  <a:cubicBezTo>
                    <a:pt x="70" y="4"/>
                    <a:pt x="74" y="5"/>
                    <a:pt x="77" y="6"/>
                  </a:cubicBezTo>
                  <a:cubicBezTo>
                    <a:pt x="79" y="6"/>
                    <a:pt x="81" y="6"/>
                    <a:pt x="84" y="6"/>
                  </a:cubicBezTo>
                  <a:cubicBezTo>
                    <a:pt x="91" y="6"/>
                    <a:pt x="96" y="7"/>
                    <a:pt x="101" y="10"/>
                  </a:cubicBezTo>
                  <a:cubicBezTo>
                    <a:pt x="110" y="14"/>
                    <a:pt x="111" y="21"/>
                    <a:pt x="106" y="21"/>
                  </a:cubicBezTo>
                  <a:cubicBezTo>
                    <a:pt x="104" y="21"/>
                    <a:pt x="102" y="19"/>
                    <a:pt x="100" y="18"/>
                  </a:cubicBezTo>
                  <a:cubicBezTo>
                    <a:pt x="99" y="18"/>
                    <a:pt x="98" y="18"/>
                    <a:pt x="97" y="18"/>
                  </a:cubicBezTo>
                  <a:cubicBezTo>
                    <a:pt x="96" y="19"/>
                    <a:pt x="96" y="20"/>
                    <a:pt x="97" y="21"/>
                  </a:cubicBezTo>
                  <a:cubicBezTo>
                    <a:pt x="98" y="23"/>
                    <a:pt x="101" y="24"/>
                    <a:pt x="106" y="26"/>
                  </a:cubicBezTo>
                  <a:cubicBezTo>
                    <a:pt x="115" y="28"/>
                    <a:pt x="115" y="36"/>
                    <a:pt x="111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5" name="Freeform 7"/>
            <p:cNvSpPr>
              <a:spLocks noEditPoints="1"/>
            </p:cNvSpPr>
            <p:nvPr/>
          </p:nvSpPr>
          <p:spPr bwMode="auto">
            <a:xfrm>
              <a:off x="3262346" y="503840"/>
              <a:ext cx="447675" cy="471488"/>
            </a:xfrm>
            <a:custGeom>
              <a:avLst/>
              <a:gdLst>
                <a:gd name="T0" fmla="*/ 32 w 119"/>
                <a:gd name="T1" fmla="*/ 16 h 123"/>
                <a:gd name="T2" fmla="*/ 32 w 119"/>
                <a:gd name="T3" fmla="*/ 10 h 123"/>
                <a:gd name="T4" fmla="*/ 29 w 119"/>
                <a:gd name="T5" fmla="*/ 6 h 123"/>
                <a:gd name="T6" fmla="*/ 29 w 119"/>
                <a:gd name="T7" fmla="*/ 3 h 123"/>
                <a:gd name="T8" fmla="*/ 31 w 119"/>
                <a:gd name="T9" fmla="*/ 2 h 123"/>
                <a:gd name="T10" fmla="*/ 53 w 119"/>
                <a:gd name="T11" fmla="*/ 2 h 123"/>
                <a:gd name="T12" fmla="*/ 53 w 119"/>
                <a:gd name="T13" fmla="*/ 20 h 123"/>
                <a:gd name="T14" fmla="*/ 56 w 119"/>
                <a:gd name="T15" fmla="*/ 31 h 123"/>
                <a:gd name="T16" fmla="*/ 64 w 119"/>
                <a:gd name="T17" fmla="*/ 41 h 123"/>
                <a:gd name="T18" fmla="*/ 74 w 119"/>
                <a:gd name="T19" fmla="*/ 47 h 123"/>
                <a:gd name="T20" fmla="*/ 86 w 119"/>
                <a:gd name="T21" fmla="*/ 52 h 123"/>
                <a:gd name="T22" fmla="*/ 80 w 119"/>
                <a:gd name="T23" fmla="*/ 63 h 123"/>
                <a:gd name="T24" fmla="*/ 74 w 119"/>
                <a:gd name="T25" fmla="*/ 64 h 123"/>
                <a:gd name="T26" fmla="*/ 60 w 119"/>
                <a:gd name="T27" fmla="*/ 58 h 123"/>
                <a:gd name="T28" fmla="*/ 51 w 119"/>
                <a:gd name="T29" fmla="*/ 51 h 123"/>
                <a:gd name="T30" fmla="*/ 44 w 119"/>
                <a:gd name="T31" fmla="*/ 43 h 123"/>
                <a:gd name="T32" fmla="*/ 26 w 119"/>
                <a:gd name="T33" fmla="*/ 61 h 123"/>
                <a:gd name="T34" fmla="*/ 19 w 119"/>
                <a:gd name="T35" fmla="*/ 64 h 123"/>
                <a:gd name="T36" fmla="*/ 13 w 119"/>
                <a:gd name="T37" fmla="*/ 67 h 123"/>
                <a:gd name="T38" fmla="*/ 8 w 119"/>
                <a:gd name="T39" fmla="*/ 69 h 123"/>
                <a:gd name="T40" fmla="*/ 6 w 119"/>
                <a:gd name="T41" fmla="*/ 68 h 123"/>
                <a:gd name="T42" fmla="*/ 0 w 119"/>
                <a:gd name="T43" fmla="*/ 56 h 123"/>
                <a:gd name="T44" fmla="*/ 12 w 119"/>
                <a:gd name="T45" fmla="*/ 50 h 123"/>
                <a:gd name="T46" fmla="*/ 22 w 119"/>
                <a:gd name="T47" fmla="*/ 42 h 123"/>
                <a:gd name="T48" fmla="*/ 29 w 119"/>
                <a:gd name="T49" fmla="*/ 33 h 123"/>
                <a:gd name="T50" fmla="*/ 32 w 119"/>
                <a:gd name="T51" fmla="*/ 21 h 123"/>
                <a:gd name="T52" fmla="*/ 32 w 119"/>
                <a:gd name="T53" fmla="*/ 16 h 123"/>
                <a:gd name="T54" fmla="*/ 119 w 119"/>
                <a:gd name="T55" fmla="*/ 108 h 123"/>
                <a:gd name="T56" fmla="*/ 119 w 119"/>
                <a:gd name="T57" fmla="*/ 123 h 123"/>
                <a:gd name="T58" fmla="*/ 43 w 119"/>
                <a:gd name="T59" fmla="*/ 123 h 123"/>
                <a:gd name="T60" fmla="*/ 33 w 119"/>
                <a:gd name="T61" fmla="*/ 122 h 123"/>
                <a:gd name="T62" fmla="*/ 26 w 119"/>
                <a:gd name="T63" fmla="*/ 119 h 123"/>
                <a:gd name="T64" fmla="*/ 22 w 119"/>
                <a:gd name="T65" fmla="*/ 114 h 123"/>
                <a:gd name="T66" fmla="*/ 21 w 119"/>
                <a:gd name="T67" fmla="*/ 105 h 123"/>
                <a:gd name="T68" fmla="*/ 21 w 119"/>
                <a:gd name="T69" fmla="*/ 86 h 123"/>
                <a:gd name="T70" fmla="*/ 21 w 119"/>
                <a:gd name="T71" fmla="*/ 83 h 123"/>
                <a:gd name="T72" fmla="*/ 18 w 119"/>
                <a:gd name="T73" fmla="*/ 79 h 123"/>
                <a:gd name="T74" fmla="*/ 18 w 119"/>
                <a:gd name="T75" fmla="*/ 77 h 123"/>
                <a:gd name="T76" fmla="*/ 20 w 119"/>
                <a:gd name="T77" fmla="*/ 75 h 123"/>
                <a:gd name="T78" fmla="*/ 42 w 119"/>
                <a:gd name="T79" fmla="*/ 75 h 123"/>
                <a:gd name="T80" fmla="*/ 42 w 119"/>
                <a:gd name="T81" fmla="*/ 102 h 123"/>
                <a:gd name="T82" fmla="*/ 43 w 119"/>
                <a:gd name="T83" fmla="*/ 107 h 123"/>
                <a:gd name="T84" fmla="*/ 48 w 119"/>
                <a:gd name="T85" fmla="*/ 108 h 123"/>
                <a:gd name="T86" fmla="*/ 119 w 119"/>
                <a:gd name="T87" fmla="*/ 108 h 123"/>
                <a:gd name="T88" fmla="*/ 96 w 119"/>
                <a:gd name="T89" fmla="*/ 82 h 123"/>
                <a:gd name="T90" fmla="*/ 96 w 119"/>
                <a:gd name="T91" fmla="*/ 14 h 123"/>
                <a:gd name="T92" fmla="*/ 95 w 119"/>
                <a:gd name="T93" fmla="*/ 8 h 123"/>
                <a:gd name="T94" fmla="*/ 93 w 119"/>
                <a:gd name="T95" fmla="*/ 4 h 123"/>
                <a:gd name="T96" fmla="*/ 92 w 119"/>
                <a:gd name="T97" fmla="*/ 1 h 123"/>
                <a:gd name="T98" fmla="*/ 94 w 119"/>
                <a:gd name="T99" fmla="*/ 0 h 123"/>
                <a:gd name="T100" fmla="*/ 116 w 119"/>
                <a:gd name="T101" fmla="*/ 0 h 123"/>
                <a:gd name="T102" fmla="*/ 116 w 119"/>
                <a:gd name="T103" fmla="*/ 82 h 123"/>
                <a:gd name="T104" fmla="*/ 96 w 119"/>
                <a:gd name="T105" fmla="*/ 82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9" h="123">
                  <a:moveTo>
                    <a:pt x="32" y="16"/>
                  </a:moveTo>
                  <a:cubicBezTo>
                    <a:pt x="32" y="13"/>
                    <a:pt x="32" y="12"/>
                    <a:pt x="32" y="10"/>
                  </a:cubicBezTo>
                  <a:cubicBezTo>
                    <a:pt x="31" y="9"/>
                    <a:pt x="30" y="8"/>
                    <a:pt x="29" y="6"/>
                  </a:cubicBezTo>
                  <a:cubicBezTo>
                    <a:pt x="28" y="5"/>
                    <a:pt x="28" y="4"/>
                    <a:pt x="29" y="3"/>
                  </a:cubicBezTo>
                  <a:cubicBezTo>
                    <a:pt x="29" y="3"/>
                    <a:pt x="30" y="2"/>
                    <a:pt x="31" y="2"/>
                  </a:cubicBezTo>
                  <a:cubicBezTo>
                    <a:pt x="53" y="2"/>
                    <a:pt x="53" y="2"/>
                    <a:pt x="53" y="2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3" y="24"/>
                    <a:pt x="54" y="28"/>
                    <a:pt x="56" y="31"/>
                  </a:cubicBezTo>
                  <a:cubicBezTo>
                    <a:pt x="58" y="35"/>
                    <a:pt x="61" y="38"/>
                    <a:pt x="64" y="41"/>
                  </a:cubicBezTo>
                  <a:cubicBezTo>
                    <a:pt x="67" y="43"/>
                    <a:pt x="70" y="46"/>
                    <a:pt x="74" y="47"/>
                  </a:cubicBezTo>
                  <a:cubicBezTo>
                    <a:pt x="78" y="49"/>
                    <a:pt x="82" y="51"/>
                    <a:pt x="86" y="52"/>
                  </a:cubicBezTo>
                  <a:cubicBezTo>
                    <a:pt x="80" y="63"/>
                    <a:pt x="80" y="63"/>
                    <a:pt x="80" y="63"/>
                  </a:cubicBezTo>
                  <a:cubicBezTo>
                    <a:pt x="79" y="65"/>
                    <a:pt x="77" y="65"/>
                    <a:pt x="74" y="64"/>
                  </a:cubicBezTo>
                  <a:cubicBezTo>
                    <a:pt x="71" y="64"/>
                    <a:pt x="66" y="62"/>
                    <a:pt x="60" y="58"/>
                  </a:cubicBezTo>
                  <a:cubicBezTo>
                    <a:pt x="57" y="56"/>
                    <a:pt x="54" y="54"/>
                    <a:pt x="51" y="51"/>
                  </a:cubicBezTo>
                  <a:cubicBezTo>
                    <a:pt x="48" y="49"/>
                    <a:pt x="46" y="46"/>
                    <a:pt x="44" y="43"/>
                  </a:cubicBezTo>
                  <a:cubicBezTo>
                    <a:pt x="39" y="50"/>
                    <a:pt x="33" y="56"/>
                    <a:pt x="26" y="61"/>
                  </a:cubicBezTo>
                  <a:cubicBezTo>
                    <a:pt x="24" y="62"/>
                    <a:pt x="22" y="63"/>
                    <a:pt x="19" y="64"/>
                  </a:cubicBezTo>
                  <a:cubicBezTo>
                    <a:pt x="17" y="66"/>
                    <a:pt x="15" y="67"/>
                    <a:pt x="13" y="67"/>
                  </a:cubicBezTo>
                  <a:cubicBezTo>
                    <a:pt x="11" y="68"/>
                    <a:pt x="10" y="69"/>
                    <a:pt x="8" y="69"/>
                  </a:cubicBezTo>
                  <a:cubicBezTo>
                    <a:pt x="7" y="69"/>
                    <a:pt x="6" y="68"/>
                    <a:pt x="6" y="68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4" y="55"/>
                    <a:pt x="8" y="53"/>
                    <a:pt x="12" y="50"/>
                  </a:cubicBezTo>
                  <a:cubicBezTo>
                    <a:pt x="16" y="48"/>
                    <a:pt x="19" y="45"/>
                    <a:pt x="22" y="42"/>
                  </a:cubicBezTo>
                  <a:cubicBezTo>
                    <a:pt x="25" y="39"/>
                    <a:pt x="28" y="36"/>
                    <a:pt x="29" y="33"/>
                  </a:cubicBezTo>
                  <a:cubicBezTo>
                    <a:pt x="31" y="29"/>
                    <a:pt x="32" y="25"/>
                    <a:pt x="32" y="21"/>
                  </a:cubicBezTo>
                  <a:lnTo>
                    <a:pt x="32" y="16"/>
                  </a:lnTo>
                  <a:close/>
                  <a:moveTo>
                    <a:pt x="119" y="108"/>
                  </a:moveTo>
                  <a:cubicBezTo>
                    <a:pt x="119" y="123"/>
                    <a:pt x="119" y="123"/>
                    <a:pt x="119" y="123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40" y="123"/>
                    <a:pt x="36" y="122"/>
                    <a:pt x="33" y="122"/>
                  </a:cubicBezTo>
                  <a:cubicBezTo>
                    <a:pt x="30" y="121"/>
                    <a:pt x="28" y="120"/>
                    <a:pt x="26" y="119"/>
                  </a:cubicBezTo>
                  <a:cubicBezTo>
                    <a:pt x="25" y="118"/>
                    <a:pt x="23" y="116"/>
                    <a:pt x="22" y="114"/>
                  </a:cubicBezTo>
                  <a:cubicBezTo>
                    <a:pt x="22" y="111"/>
                    <a:pt x="21" y="109"/>
                    <a:pt x="21" y="105"/>
                  </a:cubicBezTo>
                  <a:cubicBezTo>
                    <a:pt x="21" y="86"/>
                    <a:pt x="21" y="86"/>
                    <a:pt x="21" y="86"/>
                  </a:cubicBezTo>
                  <a:cubicBezTo>
                    <a:pt x="21" y="85"/>
                    <a:pt x="21" y="84"/>
                    <a:pt x="21" y="83"/>
                  </a:cubicBezTo>
                  <a:cubicBezTo>
                    <a:pt x="20" y="82"/>
                    <a:pt x="19" y="80"/>
                    <a:pt x="18" y="79"/>
                  </a:cubicBezTo>
                  <a:cubicBezTo>
                    <a:pt x="18" y="78"/>
                    <a:pt x="17" y="77"/>
                    <a:pt x="18" y="77"/>
                  </a:cubicBezTo>
                  <a:cubicBezTo>
                    <a:pt x="18" y="76"/>
                    <a:pt x="19" y="75"/>
                    <a:pt x="20" y="75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2" y="102"/>
                    <a:pt x="42" y="102"/>
                    <a:pt x="42" y="102"/>
                  </a:cubicBezTo>
                  <a:cubicBezTo>
                    <a:pt x="42" y="104"/>
                    <a:pt x="43" y="106"/>
                    <a:pt x="43" y="107"/>
                  </a:cubicBezTo>
                  <a:cubicBezTo>
                    <a:pt x="44" y="107"/>
                    <a:pt x="46" y="108"/>
                    <a:pt x="48" y="108"/>
                  </a:cubicBezTo>
                  <a:lnTo>
                    <a:pt x="119" y="108"/>
                  </a:lnTo>
                  <a:close/>
                  <a:moveTo>
                    <a:pt x="96" y="82"/>
                  </a:moveTo>
                  <a:cubicBezTo>
                    <a:pt x="96" y="14"/>
                    <a:pt x="96" y="14"/>
                    <a:pt x="96" y="14"/>
                  </a:cubicBezTo>
                  <a:cubicBezTo>
                    <a:pt x="96" y="11"/>
                    <a:pt x="96" y="9"/>
                    <a:pt x="95" y="8"/>
                  </a:cubicBezTo>
                  <a:cubicBezTo>
                    <a:pt x="95" y="7"/>
                    <a:pt x="94" y="5"/>
                    <a:pt x="93" y="4"/>
                  </a:cubicBezTo>
                  <a:cubicBezTo>
                    <a:pt x="92" y="3"/>
                    <a:pt x="92" y="2"/>
                    <a:pt x="92" y="1"/>
                  </a:cubicBezTo>
                  <a:cubicBezTo>
                    <a:pt x="92" y="1"/>
                    <a:pt x="93" y="0"/>
                    <a:pt x="94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82"/>
                    <a:pt x="116" y="82"/>
                    <a:pt x="116" y="82"/>
                  </a:cubicBezTo>
                  <a:lnTo>
                    <a:pt x="96" y="82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6" name="Freeform 8"/>
            <p:cNvSpPr>
              <a:spLocks noEditPoints="1"/>
            </p:cNvSpPr>
            <p:nvPr/>
          </p:nvSpPr>
          <p:spPr bwMode="auto">
            <a:xfrm>
              <a:off x="3751296" y="489552"/>
              <a:ext cx="490538" cy="485775"/>
            </a:xfrm>
            <a:custGeom>
              <a:avLst/>
              <a:gdLst>
                <a:gd name="T0" fmla="*/ 32 w 130"/>
                <a:gd name="T1" fmla="*/ 8 h 127"/>
                <a:gd name="T2" fmla="*/ 29 w 130"/>
                <a:gd name="T3" fmla="*/ 2 h 127"/>
                <a:gd name="T4" fmla="*/ 53 w 130"/>
                <a:gd name="T5" fmla="*/ 0 h 127"/>
                <a:gd name="T6" fmla="*/ 83 w 130"/>
                <a:gd name="T7" fmla="*/ 15 h 127"/>
                <a:gd name="T8" fmla="*/ 70 w 130"/>
                <a:gd name="T9" fmla="*/ 30 h 127"/>
                <a:gd name="T10" fmla="*/ 76 w 130"/>
                <a:gd name="T11" fmla="*/ 47 h 127"/>
                <a:gd name="T12" fmla="*/ 67 w 130"/>
                <a:gd name="T13" fmla="*/ 68 h 127"/>
                <a:gd name="T14" fmla="*/ 42 w 130"/>
                <a:gd name="T15" fmla="*/ 76 h 127"/>
                <a:gd name="T16" fmla="*/ 17 w 130"/>
                <a:gd name="T17" fmla="*/ 68 h 127"/>
                <a:gd name="T18" fmla="*/ 8 w 130"/>
                <a:gd name="T19" fmla="*/ 47 h 127"/>
                <a:gd name="T20" fmla="*/ 14 w 130"/>
                <a:gd name="T21" fmla="*/ 30 h 127"/>
                <a:gd name="T22" fmla="*/ 0 w 130"/>
                <a:gd name="T23" fmla="*/ 15 h 127"/>
                <a:gd name="T24" fmla="*/ 32 w 130"/>
                <a:gd name="T25" fmla="*/ 14 h 127"/>
                <a:gd name="T26" fmla="*/ 116 w 130"/>
                <a:gd name="T27" fmla="*/ 127 h 127"/>
                <a:gd name="T28" fmla="*/ 32 w 130"/>
                <a:gd name="T29" fmla="*/ 126 h 127"/>
                <a:gd name="T30" fmla="*/ 21 w 130"/>
                <a:gd name="T31" fmla="*/ 118 h 127"/>
                <a:gd name="T32" fmla="*/ 20 w 130"/>
                <a:gd name="T33" fmla="*/ 95 h 127"/>
                <a:gd name="T34" fmla="*/ 17 w 130"/>
                <a:gd name="T35" fmla="*/ 89 h 127"/>
                <a:gd name="T36" fmla="*/ 19 w 130"/>
                <a:gd name="T37" fmla="*/ 85 h 127"/>
                <a:gd name="T38" fmla="*/ 41 w 130"/>
                <a:gd name="T39" fmla="*/ 106 h 127"/>
                <a:gd name="T40" fmla="*/ 46 w 130"/>
                <a:gd name="T41" fmla="*/ 112 h 127"/>
                <a:gd name="T42" fmla="*/ 42 w 130"/>
                <a:gd name="T43" fmla="*/ 62 h 127"/>
                <a:gd name="T44" fmla="*/ 56 w 130"/>
                <a:gd name="T45" fmla="*/ 46 h 127"/>
                <a:gd name="T46" fmla="*/ 42 w 130"/>
                <a:gd name="T47" fmla="*/ 30 h 127"/>
                <a:gd name="T48" fmla="*/ 28 w 130"/>
                <a:gd name="T49" fmla="*/ 46 h 127"/>
                <a:gd name="T50" fmla="*/ 42 w 130"/>
                <a:gd name="T51" fmla="*/ 62 h 127"/>
                <a:gd name="T52" fmla="*/ 94 w 130"/>
                <a:gd name="T53" fmla="*/ 18 h 127"/>
                <a:gd name="T54" fmla="*/ 91 w 130"/>
                <a:gd name="T55" fmla="*/ 8 h 127"/>
                <a:gd name="T56" fmla="*/ 92 w 130"/>
                <a:gd name="T57" fmla="*/ 4 h 127"/>
                <a:gd name="T58" fmla="*/ 115 w 130"/>
                <a:gd name="T59" fmla="*/ 35 h 127"/>
                <a:gd name="T60" fmla="*/ 130 w 130"/>
                <a:gd name="T61" fmla="*/ 50 h 127"/>
                <a:gd name="T62" fmla="*/ 115 w 130"/>
                <a:gd name="T63" fmla="*/ 88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30" h="127">
                  <a:moveTo>
                    <a:pt x="32" y="14"/>
                  </a:moveTo>
                  <a:cubicBezTo>
                    <a:pt x="32" y="12"/>
                    <a:pt x="32" y="10"/>
                    <a:pt x="32" y="8"/>
                  </a:cubicBezTo>
                  <a:cubicBezTo>
                    <a:pt x="32" y="7"/>
                    <a:pt x="31" y="6"/>
                    <a:pt x="30" y="4"/>
                  </a:cubicBezTo>
                  <a:cubicBezTo>
                    <a:pt x="29" y="3"/>
                    <a:pt x="28" y="2"/>
                    <a:pt x="29" y="2"/>
                  </a:cubicBezTo>
                  <a:cubicBezTo>
                    <a:pt x="29" y="1"/>
                    <a:pt x="30" y="0"/>
                    <a:pt x="31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15"/>
                    <a:pt x="53" y="15"/>
                    <a:pt x="5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70" y="30"/>
                    <a:pt x="70" y="30"/>
                    <a:pt x="70" y="30"/>
                  </a:cubicBezTo>
                  <a:cubicBezTo>
                    <a:pt x="72" y="32"/>
                    <a:pt x="73" y="35"/>
                    <a:pt x="74" y="37"/>
                  </a:cubicBezTo>
                  <a:cubicBezTo>
                    <a:pt x="76" y="40"/>
                    <a:pt x="76" y="43"/>
                    <a:pt x="76" y="47"/>
                  </a:cubicBezTo>
                  <a:cubicBezTo>
                    <a:pt x="76" y="51"/>
                    <a:pt x="75" y="55"/>
                    <a:pt x="74" y="58"/>
                  </a:cubicBezTo>
                  <a:cubicBezTo>
                    <a:pt x="72" y="62"/>
                    <a:pt x="70" y="65"/>
                    <a:pt x="67" y="68"/>
                  </a:cubicBezTo>
                  <a:cubicBezTo>
                    <a:pt x="64" y="70"/>
                    <a:pt x="61" y="72"/>
                    <a:pt x="57" y="74"/>
                  </a:cubicBezTo>
                  <a:cubicBezTo>
                    <a:pt x="52" y="75"/>
                    <a:pt x="47" y="76"/>
                    <a:pt x="42" y="76"/>
                  </a:cubicBezTo>
                  <a:cubicBezTo>
                    <a:pt x="37" y="76"/>
                    <a:pt x="32" y="75"/>
                    <a:pt x="27" y="74"/>
                  </a:cubicBezTo>
                  <a:cubicBezTo>
                    <a:pt x="23" y="72"/>
                    <a:pt x="20" y="70"/>
                    <a:pt x="17" y="68"/>
                  </a:cubicBezTo>
                  <a:cubicBezTo>
                    <a:pt x="14" y="65"/>
                    <a:pt x="12" y="62"/>
                    <a:pt x="10" y="58"/>
                  </a:cubicBezTo>
                  <a:cubicBezTo>
                    <a:pt x="9" y="55"/>
                    <a:pt x="8" y="51"/>
                    <a:pt x="8" y="47"/>
                  </a:cubicBezTo>
                  <a:cubicBezTo>
                    <a:pt x="8" y="43"/>
                    <a:pt x="8" y="40"/>
                    <a:pt x="10" y="37"/>
                  </a:cubicBezTo>
                  <a:cubicBezTo>
                    <a:pt x="11" y="35"/>
                    <a:pt x="12" y="32"/>
                    <a:pt x="14" y="3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32" y="15"/>
                    <a:pt x="32" y="15"/>
                    <a:pt x="32" y="15"/>
                  </a:cubicBezTo>
                  <a:lnTo>
                    <a:pt x="32" y="14"/>
                  </a:lnTo>
                  <a:close/>
                  <a:moveTo>
                    <a:pt x="116" y="112"/>
                  </a:moveTo>
                  <a:cubicBezTo>
                    <a:pt x="116" y="127"/>
                    <a:pt x="116" y="127"/>
                    <a:pt x="116" y="127"/>
                  </a:cubicBezTo>
                  <a:cubicBezTo>
                    <a:pt x="42" y="127"/>
                    <a:pt x="42" y="127"/>
                    <a:pt x="42" y="127"/>
                  </a:cubicBezTo>
                  <a:cubicBezTo>
                    <a:pt x="38" y="127"/>
                    <a:pt x="35" y="126"/>
                    <a:pt x="32" y="126"/>
                  </a:cubicBezTo>
                  <a:cubicBezTo>
                    <a:pt x="29" y="125"/>
                    <a:pt x="27" y="124"/>
                    <a:pt x="25" y="123"/>
                  </a:cubicBezTo>
                  <a:cubicBezTo>
                    <a:pt x="23" y="122"/>
                    <a:pt x="22" y="120"/>
                    <a:pt x="21" y="118"/>
                  </a:cubicBezTo>
                  <a:cubicBezTo>
                    <a:pt x="21" y="115"/>
                    <a:pt x="20" y="113"/>
                    <a:pt x="20" y="109"/>
                  </a:cubicBezTo>
                  <a:cubicBezTo>
                    <a:pt x="20" y="95"/>
                    <a:pt x="20" y="95"/>
                    <a:pt x="20" y="95"/>
                  </a:cubicBezTo>
                  <a:cubicBezTo>
                    <a:pt x="20" y="94"/>
                    <a:pt x="20" y="93"/>
                    <a:pt x="19" y="92"/>
                  </a:cubicBezTo>
                  <a:cubicBezTo>
                    <a:pt x="19" y="91"/>
                    <a:pt x="18" y="90"/>
                    <a:pt x="17" y="89"/>
                  </a:cubicBezTo>
                  <a:cubicBezTo>
                    <a:pt x="17" y="88"/>
                    <a:pt x="16" y="87"/>
                    <a:pt x="17" y="86"/>
                  </a:cubicBezTo>
                  <a:cubicBezTo>
                    <a:pt x="17" y="85"/>
                    <a:pt x="18" y="85"/>
                    <a:pt x="19" y="85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1" y="106"/>
                    <a:pt x="41" y="106"/>
                    <a:pt x="41" y="106"/>
                  </a:cubicBezTo>
                  <a:cubicBezTo>
                    <a:pt x="41" y="108"/>
                    <a:pt x="41" y="110"/>
                    <a:pt x="42" y="111"/>
                  </a:cubicBezTo>
                  <a:cubicBezTo>
                    <a:pt x="43" y="111"/>
                    <a:pt x="44" y="112"/>
                    <a:pt x="46" y="112"/>
                  </a:cubicBezTo>
                  <a:lnTo>
                    <a:pt x="116" y="112"/>
                  </a:lnTo>
                  <a:close/>
                  <a:moveTo>
                    <a:pt x="42" y="62"/>
                  </a:moveTo>
                  <a:cubicBezTo>
                    <a:pt x="47" y="62"/>
                    <a:pt x="50" y="60"/>
                    <a:pt x="53" y="57"/>
                  </a:cubicBezTo>
                  <a:cubicBezTo>
                    <a:pt x="55" y="54"/>
                    <a:pt x="56" y="50"/>
                    <a:pt x="56" y="46"/>
                  </a:cubicBezTo>
                  <a:cubicBezTo>
                    <a:pt x="56" y="42"/>
                    <a:pt x="55" y="38"/>
                    <a:pt x="53" y="35"/>
                  </a:cubicBezTo>
                  <a:cubicBezTo>
                    <a:pt x="50" y="32"/>
                    <a:pt x="47" y="30"/>
                    <a:pt x="42" y="30"/>
                  </a:cubicBezTo>
                  <a:cubicBezTo>
                    <a:pt x="37" y="30"/>
                    <a:pt x="34" y="32"/>
                    <a:pt x="31" y="35"/>
                  </a:cubicBezTo>
                  <a:cubicBezTo>
                    <a:pt x="29" y="38"/>
                    <a:pt x="28" y="42"/>
                    <a:pt x="28" y="46"/>
                  </a:cubicBezTo>
                  <a:cubicBezTo>
                    <a:pt x="28" y="50"/>
                    <a:pt x="29" y="54"/>
                    <a:pt x="31" y="57"/>
                  </a:cubicBezTo>
                  <a:cubicBezTo>
                    <a:pt x="34" y="60"/>
                    <a:pt x="37" y="62"/>
                    <a:pt x="42" y="62"/>
                  </a:cubicBezTo>
                  <a:close/>
                  <a:moveTo>
                    <a:pt x="94" y="8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4" y="15"/>
                    <a:pt x="94" y="14"/>
                    <a:pt x="93" y="12"/>
                  </a:cubicBezTo>
                  <a:cubicBezTo>
                    <a:pt x="93" y="11"/>
                    <a:pt x="92" y="9"/>
                    <a:pt x="91" y="8"/>
                  </a:cubicBezTo>
                  <a:cubicBezTo>
                    <a:pt x="90" y="7"/>
                    <a:pt x="90" y="6"/>
                    <a:pt x="90" y="5"/>
                  </a:cubicBezTo>
                  <a:cubicBezTo>
                    <a:pt x="91" y="5"/>
                    <a:pt x="91" y="4"/>
                    <a:pt x="92" y="4"/>
                  </a:cubicBezTo>
                  <a:cubicBezTo>
                    <a:pt x="115" y="4"/>
                    <a:pt x="115" y="4"/>
                    <a:pt x="115" y="4"/>
                  </a:cubicBezTo>
                  <a:cubicBezTo>
                    <a:pt x="115" y="35"/>
                    <a:pt x="115" y="35"/>
                    <a:pt x="115" y="35"/>
                  </a:cubicBezTo>
                  <a:cubicBezTo>
                    <a:pt x="130" y="35"/>
                    <a:pt x="130" y="35"/>
                    <a:pt x="130" y="35"/>
                  </a:cubicBezTo>
                  <a:cubicBezTo>
                    <a:pt x="130" y="50"/>
                    <a:pt x="130" y="50"/>
                    <a:pt x="130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88"/>
                    <a:pt x="115" y="88"/>
                    <a:pt x="115" y="88"/>
                  </a:cubicBezTo>
                  <a:lnTo>
                    <a:pt x="94" y="88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7" name="Freeform 9"/>
            <p:cNvSpPr>
              <a:spLocks noEditPoints="1"/>
            </p:cNvSpPr>
            <p:nvPr/>
          </p:nvSpPr>
          <p:spPr bwMode="auto">
            <a:xfrm>
              <a:off x="4252946" y="516540"/>
              <a:ext cx="473075" cy="461963"/>
            </a:xfrm>
            <a:custGeom>
              <a:avLst/>
              <a:gdLst>
                <a:gd name="T0" fmla="*/ 126 w 126"/>
                <a:gd name="T1" fmla="*/ 73 h 121"/>
                <a:gd name="T2" fmla="*/ 126 w 126"/>
                <a:gd name="T3" fmla="*/ 88 h 121"/>
                <a:gd name="T4" fmla="*/ 74 w 126"/>
                <a:gd name="T5" fmla="*/ 88 h 121"/>
                <a:gd name="T6" fmla="*/ 74 w 126"/>
                <a:gd name="T7" fmla="*/ 121 h 121"/>
                <a:gd name="T8" fmla="*/ 53 w 126"/>
                <a:gd name="T9" fmla="*/ 121 h 121"/>
                <a:gd name="T10" fmla="*/ 53 w 126"/>
                <a:gd name="T11" fmla="*/ 88 h 121"/>
                <a:gd name="T12" fmla="*/ 0 w 126"/>
                <a:gd name="T13" fmla="*/ 88 h 121"/>
                <a:gd name="T14" fmla="*/ 0 w 126"/>
                <a:gd name="T15" fmla="*/ 73 h 121"/>
                <a:gd name="T16" fmla="*/ 126 w 126"/>
                <a:gd name="T17" fmla="*/ 73 h 121"/>
                <a:gd name="T18" fmla="*/ 111 w 126"/>
                <a:gd name="T19" fmla="*/ 0 h 121"/>
                <a:gd name="T20" fmla="*/ 111 w 126"/>
                <a:gd name="T21" fmla="*/ 14 h 121"/>
                <a:gd name="T22" fmla="*/ 37 w 126"/>
                <a:gd name="T23" fmla="*/ 14 h 121"/>
                <a:gd name="T24" fmla="*/ 37 w 126"/>
                <a:gd name="T25" fmla="*/ 24 h 121"/>
                <a:gd name="T26" fmla="*/ 110 w 126"/>
                <a:gd name="T27" fmla="*/ 24 h 121"/>
                <a:gd name="T28" fmla="*/ 110 w 126"/>
                <a:gd name="T29" fmla="*/ 39 h 121"/>
                <a:gd name="T30" fmla="*/ 37 w 126"/>
                <a:gd name="T31" fmla="*/ 39 h 121"/>
                <a:gd name="T32" fmla="*/ 37 w 126"/>
                <a:gd name="T33" fmla="*/ 44 h 121"/>
                <a:gd name="T34" fmla="*/ 38 w 126"/>
                <a:gd name="T35" fmla="*/ 48 h 121"/>
                <a:gd name="T36" fmla="*/ 42 w 126"/>
                <a:gd name="T37" fmla="*/ 49 h 121"/>
                <a:gd name="T38" fmla="*/ 113 w 126"/>
                <a:gd name="T39" fmla="*/ 49 h 121"/>
                <a:gd name="T40" fmla="*/ 113 w 126"/>
                <a:gd name="T41" fmla="*/ 64 h 121"/>
                <a:gd name="T42" fmla="*/ 37 w 126"/>
                <a:gd name="T43" fmla="*/ 64 h 121"/>
                <a:gd name="T44" fmla="*/ 21 w 126"/>
                <a:gd name="T45" fmla="*/ 60 h 121"/>
                <a:gd name="T46" fmla="*/ 15 w 126"/>
                <a:gd name="T47" fmla="*/ 45 h 121"/>
                <a:gd name="T48" fmla="*/ 15 w 126"/>
                <a:gd name="T49" fmla="*/ 13 h 121"/>
                <a:gd name="T50" fmla="*/ 15 w 126"/>
                <a:gd name="T51" fmla="*/ 8 h 121"/>
                <a:gd name="T52" fmla="*/ 12 w 126"/>
                <a:gd name="T53" fmla="*/ 4 h 121"/>
                <a:gd name="T54" fmla="*/ 11 w 126"/>
                <a:gd name="T55" fmla="*/ 1 h 121"/>
                <a:gd name="T56" fmla="*/ 13 w 126"/>
                <a:gd name="T57" fmla="*/ 0 h 121"/>
                <a:gd name="T58" fmla="*/ 111 w 126"/>
                <a:gd name="T59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6" h="121">
                  <a:moveTo>
                    <a:pt x="126" y="73"/>
                  </a:moveTo>
                  <a:cubicBezTo>
                    <a:pt x="126" y="88"/>
                    <a:pt x="126" y="88"/>
                    <a:pt x="126" y="88"/>
                  </a:cubicBezTo>
                  <a:cubicBezTo>
                    <a:pt x="74" y="88"/>
                    <a:pt x="74" y="88"/>
                    <a:pt x="74" y="88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53" y="121"/>
                    <a:pt x="53" y="121"/>
                    <a:pt x="53" y="121"/>
                  </a:cubicBezTo>
                  <a:cubicBezTo>
                    <a:pt x="53" y="88"/>
                    <a:pt x="53" y="88"/>
                    <a:pt x="53" y="8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73"/>
                    <a:pt x="0" y="73"/>
                    <a:pt x="0" y="73"/>
                  </a:cubicBezTo>
                  <a:lnTo>
                    <a:pt x="126" y="73"/>
                  </a:lnTo>
                  <a:close/>
                  <a:moveTo>
                    <a:pt x="111" y="0"/>
                  </a:moveTo>
                  <a:cubicBezTo>
                    <a:pt x="111" y="14"/>
                    <a:pt x="111" y="14"/>
                    <a:pt x="111" y="14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4"/>
                    <a:pt x="37" y="44"/>
                    <a:pt x="37" y="44"/>
                  </a:cubicBezTo>
                  <a:cubicBezTo>
                    <a:pt x="37" y="46"/>
                    <a:pt x="37" y="48"/>
                    <a:pt x="38" y="48"/>
                  </a:cubicBezTo>
                  <a:cubicBezTo>
                    <a:pt x="39" y="49"/>
                    <a:pt x="40" y="49"/>
                    <a:pt x="42" y="49"/>
                  </a:cubicBezTo>
                  <a:cubicBezTo>
                    <a:pt x="113" y="49"/>
                    <a:pt x="113" y="49"/>
                    <a:pt x="113" y="49"/>
                  </a:cubicBezTo>
                  <a:cubicBezTo>
                    <a:pt x="113" y="64"/>
                    <a:pt x="113" y="64"/>
                    <a:pt x="113" y="64"/>
                  </a:cubicBezTo>
                  <a:cubicBezTo>
                    <a:pt x="37" y="64"/>
                    <a:pt x="37" y="64"/>
                    <a:pt x="37" y="64"/>
                  </a:cubicBezTo>
                  <a:cubicBezTo>
                    <a:pt x="30" y="64"/>
                    <a:pt x="24" y="62"/>
                    <a:pt x="21" y="60"/>
                  </a:cubicBezTo>
                  <a:cubicBezTo>
                    <a:pt x="17" y="57"/>
                    <a:pt x="15" y="52"/>
                    <a:pt x="15" y="45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1"/>
                    <a:pt x="15" y="9"/>
                    <a:pt x="15" y="8"/>
                  </a:cubicBezTo>
                  <a:cubicBezTo>
                    <a:pt x="14" y="6"/>
                    <a:pt x="13" y="5"/>
                    <a:pt x="12" y="4"/>
                  </a:cubicBezTo>
                  <a:cubicBezTo>
                    <a:pt x="11" y="3"/>
                    <a:pt x="11" y="2"/>
                    <a:pt x="11" y="1"/>
                  </a:cubicBezTo>
                  <a:cubicBezTo>
                    <a:pt x="12" y="0"/>
                    <a:pt x="12" y="0"/>
                    <a:pt x="13" y="0"/>
                  </a:cubicBezTo>
                  <a:lnTo>
                    <a:pt x="111" y="0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8" name="Freeform 10"/>
            <p:cNvSpPr>
              <a:spLocks noEditPoints="1"/>
            </p:cNvSpPr>
            <p:nvPr/>
          </p:nvSpPr>
          <p:spPr bwMode="auto">
            <a:xfrm>
              <a:off x="4737133" y="503840"/>
              <a:ext cx="493713" cy="474663"/>
            </a:xfrm>
            <a:custGeom>
              <a:avLst/>
              <a:gdLst>
                <a:gd name="T0" fmla="*/ 8 w 131"/>
                <a:gd name="T1" fmla="*/ 20 h 124"/>
                <a:gd name="T2" fmla="*/ 8 w 131"/>
                <a:gd name="T3" fmla="*/ 5 h 124"/>
                <a:gd name="T4" fmla="*/ 81 w 131"/>
                <a:gd name="T5" fmla="*/ 5 h 124"/>
                <a:gd name="T6" fmla="*/ 81 w 131"/>
                <a:gd name="T7" fmla="*/ 20 h 124"/>
                <a:gd name="T8" fmla="*/ 55 w 131"/>
                <a:gd name="T9" fmla="*/ 20 h 124"/>
                <a:gd name="T10" fmla="*/ 55 w 131"/>
                <a:gd name="T11" fmla="*/ 42 h 124"/>
                <a:gd name="T12" fmla="*/ 59 w 131"/>
                <a:gd name="T13" fmla="*/ 61 h 124"/>
                <a:gd name="T14" fmla="*/ 70 w 131"/>
                <a:gd name="T15" fmla="*/ 77 h 124"/>
                <a:gd name="T16" fmla="*/ 78 w 131"/>
                <a:gd name="T17" fmla="*/ 84 h 124"/>
                <a:gd name="T18" fmla="*/ 87 w 131"/>
                <a:gd name="T19" fmla="*/ 90 h 124"/>
                <a:gd name="T20" fmla="*/ 80 w 131"/>
                <a:gd name="T21" fmla="*/ 101 h 124"/>
                <a:gd name="T22" fmla="*/ 77 w 131"/>
                <a:gd name="T23" fmla="*/ 102 h 124"/>
                <a:gd name="T24" fmla="*/ 73 w 131"/>
                <a:gd name="T25" fmla="*/ 100 h 124"/>
                <a:gd name="T26" fmla="*/ 67 w 131"/>
                <a:gd name="T27" fmla="*/ 96 h 124"/>
                <a:gd name="T28" fmla="*/ 60 w 131"/>
                <a:gd name="T29" fmla="*/ 90 h 124"/>
                <a:gd name="T30" fmla="*/ 56 w 131"/>
                <a:gd name="T31" fmla="*/ 86 h 124"/>
                <a:gd name="T32" fmla="*/ 52 w 131"/>
                <a:gd name="T33" fmla="*/ 81 h 124"/>
                <a:gd name="T34" fmla="*/ 48 w 131"/>
                <a:gd name="T35" fmla="*/ 76 h 124"/>
                <a:gd name="T36" fmla="*/ 46 w 131"/>
                <a:gd name="T37" fmla="*/ 70 h 124"/>
                <a:gd name="T38" fmla="*/ 43 w 131"/>
                <a:gd name="T39" fmla="*/ 76 h 124"/>
                <a:gd name="T40" fmla="*/ 39 w 131"/>
                <a:gd name="T41" fmla="*/ 83 h 124"/>
                <a:gd name="T42" fmla="*/ 34 w 131"/>
                <a:gd name="T43" fmla="*/ 89 h 124"/>
                <a:gd name="T44" fmla="*/ 28 w 131"/>
                <a:gd name="T45" fmla="*/ 94 h 124"/>
                <a:gd name="T46" fmla="*/ 16 w 131"/>
                <a:gd name="T47" fmla="*/ 104 h 124"/>
                <a:gd name="T48" fmla="*/ 9 w 131"/>
                <a:gd name="T49" fmla="*/ 105 h 124"/>
                <a:gd name="T50" fmla="*/ 0 w 131"/>
                <a:gd name="T51" fmla="*/ 94 h 124"/>
                <a:gd name="T52" fmla="*/ 10 w 131"/>
                <a:gd name="T53" fmla="*/ 87 h 124"/>
                <a:gd name="T54" fmla="*/ 18 w 131"/>
                <a:gd name="T55" fmla="*/ 80 h 124"/>
                <a:gd name="T56" fmla="*/ 30 w 131"/>
                <a:gd name="T57" fmla="*/ 63 h 124"/>
                <a:gd name="T58" fmla="*/ 34 w 131"/>
                <a:gd name="T59" fmla="*/ 42 h 124"/>
                <a:gd name="T60" fmla="*/ 34 w 131"/>
                <a:gd name="T61" fmla="*/ 20 h 124"/>
                <a:gd name="T62" fmla="*/ 8 w 131"/>
                <a:gd name="T63" fmla="*/ 20 h 124"/>
                <a:gd name="T64" fmla="*/ 94 w 131"/>
                <a:gd name="T65" fmla="*/ 124 h 124"/>
                <a:gd name="T66" fmla="*/ 94 w 131"/>
                <a:gd name="T67" fmla="*/ 14 h 124"/>
                <a:gd name="T68" fmla="*/ 93 w 131"/>
                <a:gd name="T69" fmla="*/ 8 h 124"/>
                <a:gd name="T70" fmla="*/ 90 w 131"/>
                <a:gd name="T71" fmla="*/ 4 h 124"/>
                <a:gd name="T72" fmla="*/ 90 w 131"/>
                <a:gd name="T73" fmla="*/ 1 h 124"/>
                <a:gd name="T74" fmla="*/ 92 w 131"/>
                <a:gd name="T75" fmla="*/ 0 h 124"/>
                <a:gd name="T76" fmla="*/ 114 w 131"/>
                <a:gd name="T77" fmla="*/ 0 h 124"/>
                <a:gd name="T78" fmla="*/ 114 w 131"/>
                <a:gd name="T79" fmla="*/ 42 h 124"/>
                <a:gd name="T80" fmla="*/ 131 w 131"/>
                <a:gd name="T81" fmla="*/ 42 h 124"/>
                <a:gd name="T82" fmla="*/ 131 w 131"/>
                <a:gd name="T83" fmla="*/ 57 h 124"/>
                <a:gd name="T84" fmla="*/ 114 w 131"/>
                <a:gd name="T85" fmla="*/ 57 h 124"/>
                <a:gd name="T86" fmla="*/ 114 w 131"/>
                <a:gd name="T87" fmla="*/ 124 h 124"/>
                <a:gd name="T88" fmla="*/ 94 w 131"/>
                <a:gd name="T89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1" h="124">
                  <a:moveTo>
                    <a:pt x="8" y="20"/>
                  </a:moveTo>
                  <a:cubicBezTo>
                    <a:pt x="8" y="5"/>
                    <a:pt x="8" y="5"/>
                    <a:pt x="8" y="5"/>
                  </a:cubicBezTo>
                  <a:cubicBezTo>
                    <a:pt x="81" y="5"/>
                    <a:pt x="81" y="5"/>
                    <a:pt x="81" y="5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5" y="42"/>
                    <a:pt x="55" y="42"/>
                    <a:pt x="55" y="42"/>
                  </a:cubicBezTo>
                  <a:cubicBezTo>
                    <a:pt x="55" y="49"/>
                    <a:pt x="57" y="56"/>
                    <a:pt x="59" y="61"/>
                  </a:cubicBezTo>
                  <a:cubicBezTo>
                    <a:pt x="62" y="67"/>
                    <a:pt x="65" y="72"/>
                    <a:pt x="70" y="77"/>
                  </a:cubicBezTo>
                  <a:cubicBezTo>
                    <a:pt x="73" y="79"/>
                    <a:pt x="75" y="81"/>
                    <a:pt x="78" y="84"/>
                  </a:cubicBezTo>
                  <a:cubicBezTo>
                    <a:pt x="81" y="86"/>
                    <a:pt x="84" y="88"/>
                    <a:pt x="87" y="90"/>
                  </a:cubicBezTo>
                  <a:cubicBezTo>
                    <a:pt x="80" y="101"/>
                    <a:pt x="80" y="101"/>
                    <a:pt x="80" y="101"/>
                  </a:cubicBezTo>
                  <a:cubicBezTo>
                    <a:pt x="79" y="102"/>
                    <a:pt x="78" y="102"/>
                    <a:pt x="77" y="102"/>
                  </a:cubicBezTo>
                  <a:cubicBezTo>
                    <a:pt x="76" y="102"/>
                    <a:pt x="74" y="101"/>
                    <a:pt x="73" y="100"/>
                  </a:cubicBezTo>
                  <a:cubicBezTo>
                    <a:pt x="71" y="99"/>
                    <a:pt x="69" y="98"/>
                    <a:pt x="67" y="96"/>
                  </a:cubicBezTo>
                  <a:cubicBezTo>
                    <a:pt x="65" y="94"/>
                    <a:pt x="62" y="92"/>
                    <a:pt x="60" y="90"/>
                  </a:cubicBezTo>
                  <a:cubicBezTo>
                    <a:pt x="59" y="89"/>
                    <a:pt x="58" y="88"/>
                    <a:pt x="56" y="86"/>
                  </a:cubicBezTo>
                  <a:cubicBezTo>
                    <a:pt x="55" y="84"/>
                    <a:pt x="53" y="83"/>
                    <a:pt x="52" y="81"/>
                  </a:cubicBezTo>
                  <a:cubicBezTo>
                    <a:pt x="51" y="79"/>
                    <a:pt x="49" y="77"/>
                    <a:pt x="48" y="76"/>
                  </a:cubicBezTo>
                  <a:cubicBezTo>
                    <a:pt x="47" y="74"/>
                    <a:pt x="46" y="72"/>
                    <a:pt x="46" y="70"/>
                  </a:cubicBezTo>
                  <a:cubicBezTo>
                    <a:pt x="45" y="72"/>
                    <a:pt x="44" y="74"/>
                    <a:pt x="43" y="76"/>
                  </a:cubicBezTo>
                  <a:cubicBezTo>
                    <a:pt x="41" y="78"/>
                    <a:pt x="40" y="81"/>
                    <a:pt x="39" y="83"/>
                  </a:cubicBezTo>
                  <a:cubicBezTo>
                    <a:pt x="37" y="85"/>
                    <a:pt x="35" y="87"/>
                    <a:pt x="34" y="89"/>
                  </a:cubicBezTo>
                  <a:cubicBezTo>
                    <a:pt x="32" y="91"/>
                    <a:pt x="30" y="92"/>
                    <a:pt x="28" y="94"/>
                  </a:cubicBezTo>
                  <a:cubicBezTo>
                    <a:pt x="24" y="98"/>
                    <a:pt x="20" y="102"/>
                    <a:pt x="16" y="104"/>
                  </a:cubicBezTo>
                  <a:cubicBezTo>
                    <a:pt x="13" y="106"/>
                    <a:pt x="10" y="107"/>
                    <a:pt x="9" y="105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4" y="92"/>
                    <a:pt x="7" y="90"/>
                    <a:pt x="10" y="87"/>
                  </a:cubicBezTo>
                  <a:cubicBezTo>
                    <a:pt x="13" y="85"/>
                    <a:pt x="15" y="82"/>
                    <a:pt x="18" y="80"/>
                  </a:cubicBezTo>
                  <a:cubicBezTo>
                    <a:pt x="24" y="74"/>
                    <a:pt x="28" y="69"/>
                    <a:pt x="30" y="63"/>
                  </a:cubicBezTo>
                  <a:cubicBezTo>
                    <a:pt x="33" y="57"/>
                    <a:pt x="34" y="50"/>
                    <a:pt x="34" y="42"/>
                  </a:cubicBezTo>
                  <a:cubicBezTo>
                    <a:pt x="34" y="20"/>
                    <a:pt x="34" y="20"/>
                    <a:pt x="34" y="20"/>
                  </a:cubicBezTo>
                  <a:lnTo>
                    <a:pt x="8" y="20"/>
                  </a:lnTo>
                  <a:close/>
                  <a:moveTo>
                    <a:pt x="94" y="124"/>
                  </a:moveTo>
                  <a:cubicBezTo>
                    <a:pt x="94" y="14"/>
                    <a:pt x="94" y="14"/>
                    <a:pt x="94" y="14"/>
                  </a:cubicBezTo>
                  <a:cubicBezTo>
                    <a:pt x="94" y="11"/>
                    <a:pt x="93" y="10"/>
                    <a:pt x="93" y="8"/>
                  </a:cubicBezTo>
                  <a:cubicBezTo>
                    <a:pt x="92" y="7"/>
                    <a:pt x="92" y="5"/>
                    <a:pt x="90" y="4"/>
                  </a:cubicBezTo>
                  <a:cubicBezTo>
                    <a:pt x="90" y="3"/>
                    <a:pt x="89" y="2"/>
                    <a:pt x="90" y="1"/>
                  </a:cubicBezTo>
                  <a:cubicBezTo>
                    <a:pt x="90" y="1"/>
                    <a:pt x="91" y="0"/>
                    <a:pt x="92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4" y="42"/>
                    <a:pt x="114" y="42"/>
                    <a:pt x="114" y="42"/>
                  </a:cubicBezTo>
                  <a:cubicBezTo>
                    <a:pt x="131" y="42"/>
                    <a:pt x="131" y="42"/>
                    <a:pt x="131" y="42"/>
                  </a:cubicBezTo>
                  <a:cubicBezTo>
                    <a:pt x="131" y="57"/>
                    <a:pt x="131" y="57"/>
                    <a:pt x="131" y="57"/>
                  </a:cubicBezTo>
                  <a:cubicBezTo>
                    <a:pt x="114" y="57"/>
                    <a:pt x="114" y="57"/>
                    <a:pt x="114" y="57"/>
                  </a:cubicBezTo>
                  <a:cubicBezTo>
                    <a:pt x="114" y="124"/>
                    <a:pt x="114" y="124"/>
                    <a:pt x="114" y="124"/>
                  </a:cubicBezTo>
                  <a:lnTo>
                    <a:pt x="94" y="124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9" name="Freeform 11"/>
            <p:cNvSpPr>
              <a:spLocks noEditPoints="1"/>
            </p:cNvSpPr>
            <p:nvPr/>
          </p:nvSpPr>
          <p:spPr bwMode="auto">
            <a:xfrm>
              <a:off x="5249896" y="508602"/>
              <a:ext cx="473075" cy="481013"/>
            </a:xfrm>
            <a:custGeom>
              <a:avLst/>
              <a:gdLst>
                <a:gd name="T0" fmla="*/ 126 w 126"/>
                <a:gd name="T1" fmla="*/ 54 h 126"/>
                <a:gd name="T2" fmla="*/ 126 w 126"/>
                <a:gd name="T3" fmla="*/ 68 h 126"/>
                <a:gd name="T4" fmla="*/ 0 w 126"/>
                <a:gd name="T5" fmla="*/ 68 h 126"/>
                <a:gd name="T6" fmla="*/ 0 w 126"/>
                <a:gd name="T7" fmla="*/ 54 h 126"/>
                <a:gd name="T8" fmla="*/ 126 w 126"/>
                <a:gd name="T9" fmla="*/ 54 h 126"/>
                <a:gd name="T10" fmla="*/ 15 w 126"/>
                <a:gd name="T11" fmla="*/ 15 h 126"/>
                <a:gd name="T12" fmla="*/ 15 w 126"/>
                <a:gd name="T13" fmla="*/ 0 h 126"/>
                <a:gd name="T14" fmla="*/ 111 w 126"/>
                <a:gd name="T15" fmla="*/ 0 h 126"/>
                <a:gd name="T16" fmla="*/ 111 w 126"/>
                <a:gd name="T17" fmla="*/ 15 h 126"/>
                <a:gd name="T18" fmla="*/ 75 w 126"/>
                <a:gd name="T19" fmla="*/ 15 h 126"/>
                <a:gd name="T20" fmla="*/ 80 w 126"/>
                <a:gd name="T21" fmla="*/ 21 h 126"/>
                <a:gd name="T22" fmla="*/ 90 w 126"/>
                <a:gd name="T23" fmla="*/ 27 h 126"/>
                <a:gd name="T24" fmla="*/ 103 w 126"/>
                <a:gd name="T25" fmla="*/ 32 h 126"/>
                <a:gd name="T26" fmla="*/ 118 w 126"/>
                <a:gd name="T27" fmla="*/ 36 h 126"/>
                <a:gd name="T28" fmla="*/ 113 w 126"/>
                <a:gd name="T29" fmla="*/ 47 h 126"/>
                <a:gd name="T30" fmla="*/ 107 w 126"/>
                <a:gd name="T31" fmla="*/ 48 h 126"/>
                <a:gd name="T32" fmla="*/ 90 w 126"/>
                <a:gd name="T33" fmla="*/ 44 h 126"/>
                <a:gd name="T34" fmla="*/ 74 w 126"/>
                <a:gd name="T35" fmla="*/ 37 h 126"/>
                <a:gd name="T36" fmla="*/ 63 w 126"/>
                <a:gd name="T37" fmla="*/ 29 h 126"/>
                <a:gd name="T38" fmla="*/ 53 w 126"/>
                <a:gd name="T39" fmla="*/ 36 h 126"/>
                <a:gd name="T40" fmla="*/ 40 w 126"/>
                <a:gd name="T41" fmla="*/ 43 h 126"/>
                <a:gd name="T42" fmla="*/ 30 w 126"/>
                <a:gd name="T43" fmla="*/ 46 h 126"/>
                <a:gd name="T44" fmla="*/ 22 w 126"/>
                <a:gd name="T45" fmla="*/ 48 h 126"/>
                <a:gd name="T46" fmla="*/ 15 w 126"/>
                <a:gd name="T47" fmla="*/ 49 h 126"/>
                <a:gd name="T48" fmla="*/ 12 w 126"/>
                <a:gd name="T49" fmla="*/ 48 h 126"/>
                <a:gd name="T50" fmla="*/ 7 w 126"/>
                <a:gd name="T51" fmla="*/ 36 h 126"/>
                <a:gd name="T52" fmla="*/ 22 w 126"/>
                <a:gd name="T53" fmla="*/ 33 h 126"/>
                <a:gd name="T54" fmla="*/ 35 w 126"/>
                <a:gd name="T55" fmla="*/ 28 h 126"/>
                <a:gd name="T56" fmla="*/ 45 w 126"/>
                <a:gd name="T57" fmla="*/ 22 h 126"/>
                <a:gd name="T58" fmla="*/ 51 w 126"/>
                <a:gd name="T59" fmla="*/ 15 h 126"/>
                <a:gd name="T60" fmla="*/ 15 w 126"/>
                <a:gd name="T61" fmla="*/ 15 h 126"/>
                <a:gd name="T62" fmla="*/ 113 w 126"/>
                <a:gd name="T63" fmla="*/ 99 h 126"/>
                <a:gd name="T64" fmla="*/ 109 w 126"/>
                <a:gd name="T65" fmla="*/ 110 h 126"/>
                <a:gd name="T66" fmla="*/ 100 w 126"/>
                <a:gd name="T67" fmla="*/ 119 h 126"/>
                <a:gd name="T68" fmla="*/ 84 w 126"/>
                <a:gd name="T69" fmla="*/ 124 h 126"/>
                <a:gd name="T70" fmla="*/ 63 w 126"/>
                <a:gd name="T71" fmla="*/ 126 h 126"/>
                <a:gd name="T72" fmla="*/ 42 w 126"/>
                <a:gd name="T73" fmla="*/ 124 h 126"/>
                <a:gd name="T74" fmla="*/ 27 w 126"/>
                <a:gd name="T75" fmla="*/ 119 h 126"/>
                <a:gd name="T76" fmla="*/ 17 w 126"/>
                <a:gd name="T77" fmla="*/ 110 h 126"/>
                <a:gd name="T78" fmla="*/ 14 w 126"/>
                <a:gd name="T79" fmla="*/ 99 h 126"/>
                <a:gd name="T80" fmla="*/ 17 w 126"/>
                <a:gd name="T81" fmla="*/ 89 h 126"/>
                <a:gd name="T82" fmla="*/ 27 w 126"/>
                <a:gd name="T83" fmla="*/ 80 h 126"/>
                <a:gd name="T84" fmla="*/ 42 w 126"/>
                <a:gd name="T85" fmla="*/ 75 h 126"/>
                <a:gd name="T86" fmla="*/ 63 w 126"/>
                <a:gd name="T87" fmla="*/ 73 h 126"/>
                <a:gd name="T88" fmla="*/ 84 w 126"/>
                <a:gd name="T89" fmla="*/ 75 h 126"/>
                <a:gd name="T90" fmla="*/ 100 w 126"/>
                <a:gd name="T91" fmla="*/ 80 h 126"/>
                <a:gd name="T92" fmla="*/ 109 w 126"/>
                <a:gd name="T93" fmla="*/ 89 h 126"/>
                <a:gd name="T94" fmla="*/ 113 w 126"/>
                <a:gd name="T95" fmla="*/ 99 h 126"/>
                <a:gd name="T96" fmla="*/ 92 w 126"/>
                <a:gd name="T97" fmla="*/ 99 h 126"/>
                <a:gd name="T98" fmla="*/ 85 w 126"/>
                <a:gd name="T99" fmla="*/ 91 h 126"/>
                <a:gd name="T100" fmla="*/ 63 w 126"/>
                <a:gd name="T101" fmla="*/ 87 h 126"/>
                <a:gd name="T102" fmla="*/ 42 w 126"/>
                <a:gd name="T103" fmla="*/ 91 h 126"/>
                <a:gd name="T104" fmla="*/ 34 w 126"/>
                <a:gd name="T105" fmla="*/ 99 h 126"/>
                <a:gd name="T106" fmla="*/ 42 w 126"/>
                <a:gd name="T107" fmla="*/ 108 h 126"/>
                <a:gd name="T108" fmla="*/ 63 w 126"/>
                <a:gd name="T109" fmla="*/ 111 h 126"/>
                <a:gd name="T110" fmla="*/ 85 w 126"/>
                <a:gd name="T111" fmla="*/ 108 h 126"/>
                <a:gd name="T112" fmla="*/ 92 w 126"/>
                <a:gd name="T113" fmla="*/ 99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6" h="126">
                  <a:moveTo>
                    <a:pt x="126" y="54"/>
                  </a:moveTo>
                  <a:cubicBezTo>
                    <a:pt x="126" y="68"/>
                    <a:pt x="126" y="68"/>
                    <a:pt x="126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54"/>
                    <a:pt x="0" y="54"/>
                    <a:pt x="0" y="54"/>
                  </a:cubicBezTo>
                  <a:lnTo>
                    <a:pt x="126" y="54"/>
                  </a:lnTo>
                  <a:close/>
                  <a:moveTo>
                    <a:pt x="15" y="15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1" y="15"/>
                    <a:pt x="111" y="15"/>
                    <a:pt x="111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7"/>
                    <a:pt x="78" y="19"/>
                    <a:pt x="80" y="21"/>
                  </a:cubicBezTo>
                  <a:cubicBezTo>
                    <a:pt x="83" y="23"/>
                    <a:pt x="86" y="25"/>
                    <a:pt x="90" y="27"/>
                  </a:cubicBezTo>
                  <a:cubicBezTo>
                    <a:pt x="94" y="29"/>
                    <a:pt x="98" y="30"/>
                    <a:pt x="103" y="32"/>
                  </a:cubicBezTo>
                  <a:cubicBezTo>
                    <a:pt x="108" y="33"/>
                    <a:pt x="113" y="35"/>
                    <a:pt x="118" y="36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9"/>
                    <a:pt x="111" y="49"/>
                    <a:pt x="107" y="48"/>
                  </a:cubicBezTo>
                  <a:cubicBezTo>
                    <a:pt x="103" y="48"/>
                    <a:pt x="97" y="46"/>
                    <a:pt x="90" y="44"/>
                  </a:cubicBezTo>
                  <a:cubicBezTo>
                    <a:pt x="84" y="42"/>
                    <a:pt x="79" y="39"/>
                    <a:pt x="74" y="37"/>
                  </a:cubicBezTo>
                  <a:cubicBezTo>
                    <a:pt x="70" y="35"/>
                    <a:pt x="66" y="32"/>
                    <a:pt x="63" y="29"/>
                  </a:cubicBezTo>
                  <a:cubicBezTo>
                    <a:pt x="60" y="32"/>
                    <a:pt x="57" y="34"/>
                    <a:pt x="53" y="36"/>
                  </a:cubicBezTo>
                  <a:cubicBezTo>
                    <a:pt x="50" y="39"/>
                    <a:pt x="45" y="41"/>
                    <a:pt x="40" y="43"/>
                  </a:cubicBezTo>
                  <a:cubicBezTo>
                    <a:pt x="37" y="44"/>
                    <a:pt x="34" y="45"/>
                    <a:pt x="30" y="46"/>
                  </a:cubicBezTo>
                  <a:cubicBezTo>
                    <a:pt x="27" y="47"/>
                    <a:pt x="24" y="48"/>
                    <a:pt x="22" y="48"/>
                  </a:cubicBezTo>
                  <a:cubicBezTo>
                    <a:pt x="19" y="49"/>
                    <a:pt x="17" y="49"/>
                    <a:pt x="15" y="49"/>
                  </a:cubicBezTo>
                  <a:cubicBezTo>
                    <a:pt x="13" y="49"/>
                    <a:pt x="12" y="48"/>
                    <a:pt x="12" y="48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12" y="35"/>
                    <a:pt x="17" y="34"/>
                    <a:pt x="22" y="33"/>
                  </a:cubicBezTo>
                  <a:cubicBezTo>
                    <a:pt x="27" y="31"/>
                    <a:pt x="32" y="30"/>
                    <a:pt x="35" y="28"/>
                  </a:cubicBezTo>
                  <a:cubicBezTo>
                    <a:pt x="39" y="26"/>
                    <a:pt x="43" y="24"/>
                    <a:pt x="45" y="22"/>
                  </a:cubicBezTo>
                  <a:cubicBezTo>
                    <a:pt x="48" y="20"/>
                    <a:pt x="50" y="18"/>
                    <a:pt x="51" y="15"/>
                  </a:cubicBezTo>
                  <a:lnTo>
                    <a:pt x="15" y="15"/>
                  </a:lnTo>
                  <a:close/>
                  <a:moveTo>
                    <a:pt x="113" y="99"/>
                  </a:moveTo>
                  <a:cubicBezTo>
                    <a:pt x="113" y="103"/>
                    <a:pt x="111" y="107"/>
                    <a:pt x="109" y="110"/>
                  </a:cubicBezTo>
                  <a:cubicBezTo>
                    <a:pt x="107" y="114"/>
                    <a:pt x="104" y="116"/>
                    <a:pt x="100" y="119"/>
                  </a:cubicBezTo>
                  <a:cubicBezTo>
                    <a:pt x="95" y="121"/>
                    <a:pt x="90" y="123"/>
                    <a:pt x="84" y="124"/>
                  </a:cubicBezTo>
                  <a:cubicBezTo>
                    <a:pt x="78" y="125"/>
                    <a:pt x="71" y="126"/>
                    <a:pt x="63" y="126"/>
                  </a:cubicBezTo>
                  <a:cubicBezTo>
                    <a:pt x="55" y="126"/>
                    <a:pt x="48" y="125"/>
                    <a:pt x="42" y="124"/>
                  </a:cubicBezTo>
                  <a:cubicBezTo>
                    <a:pt x="36" y="123"/>
                    <a:pt x="31" y="121"/>
                    <a:pt x="27" y="119"/>
                  </a:cubicBezTo>
                  <a:cubicBezTo>
                    <a:pt x="23" y="116"/>
                    <a:pt x="19" y="114"/>
                    <a:pt x="17" y="110"/>
                  </a:cubicBezTo>
                  <a:cubicBezTo>
                    <a:pt x="15" y="107"/>
                    <a:pt x="14" y="103"/>
                    <a:pt x="14" y="99"/>
                  </a:cubicBezTo>
                  <a:cubicBezTo>
                    <a:pt x="14" y="96"/>
                    <a:pt x="15" y="92"/>
                    <a:pt x="17" y="89"/>
                  </a:cubicBezTo>
                  <a:cubicBezTo>
                    <a:pt x="19" y="85"/>
                    <a:pt x="23" y="83"/>
                    <a:pt x="27" y="80"/>
                  </a:cubicBezTo>
                  <a:cubicBezTo>
                    <a:pt x="31" y="78"/>
                    <a:pt x="36" y="76"/>
                    <a:pt x="42" y="75"/>
                  </a:cubicBezTo>
                  <a:cubicBezTo>
                    <a:pt x="48" y="74"/>
                    <a:pt x="55" y="73"/>
                    <a:pt x="63" y="73"/>
                  </a:cubicBezTo>
                  <a:cubicBezTo>
                    <a:pt x="71" y="73"/>
                    <a:pt x="78" y="74"/>
                    <a:pt x="84" y="75"/>
                  </a:cubicBezTo>
                  <a:cubicBezTo>
                    <a:pt x="90" y="76"/>
                    <a:pt x="95" y="78"/>
                    <a:pt x="100" y="80"/>
                  </a:cubicBezTo>
                  <a:cubicBezTo>
                    <a:pt x="104" y="83"/>
                    <a:pt x="107" y="85"/>
                    <a:pt x="109" y="89"/>
                  </a:cubicBezTo>
                  <a:cubicBezTo>
                    <a:pt x="111" y="92"/>
                    <a:pt x="113" y="96"/>
                    <a:pt x="113" y="99"/>
                  </a:cubicBezTo>
                  <a:close/>
                  <a:moveTo>
                    <a:pt x="92" y="99"/>
                  </a:moveTo>
                  <a:cubicBezTo>
                    <a:pt x="92" y="96"/>
                    <a:pt x="90" y="93"/>
                    <a:pt x="85" y="91"/>
                  </a:cubicBezTo>
                  <a:cubicBezTo>
                    <a:pt x="80" y="89"/>
                    <a:pt x="73" y="87"/>
                    <a:pt x="63" y="87"/>
                  </a:cubicBezTo>
                  <a:cubicBezTo>
                    <a:pt x="54" y="87"/>
                    <a:pt x="46" y="89"/>
                    <a:pt x="42" y="91"/>
                  </a:cubicBezTo>
                  <a:cubicBezTo>
                    <a:pt x="37" y="93"/>
                    <a:pt x="34" y="96"/>
                    <a:pt x="34" y="99"/>
                  </a:cubicBezTo>
                  <a:cubicBezTo>
                    <a:pt x="34" y="103"/>
                    <a:pt x="37" y="106"/>
                    <a:pt x="42" y="108"/>
                  </a:cubicBezTo>
                  <a:cubicBezTo>
                    <a:pt x="46" y="110"/>
                    <a:pt x="54" y="111"/>
                    <a:pt x="63" y="111"/>
                  </a:cubicBezTo>
                  <a:cubicBezTo>
                    <a:pt x="73" y="111"/>
                    <a:pt x="80" y="110"/>
                    <a:pt x="85" y="108"/>
                  </a:cubicBezTo>
                  <a:cubicBezTo>
                    <a:pt x="90" y="106"/>
                    <a:pt x="92" y="103"/>
                    <a:pt x="92" y="99"/>
                  </a:cubicBez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0" name="Freeform 12"/>
            <p:cNvSpPr>
              <a:spLocks noEditPoints="1"/>
            </p:cNvSpPr>
            <p:nvPr/>
          </p:nvSpPr>
          <p:spPr bwMode="auto">
            <a:xfrm>
              <a:off x="5742021" y="503840"/>
              <a:ext cx="452438" cy="471488"/>
            </a:xfrm>
            <a:custGeom>
              <a:avLst/>
              <a:gdLst>
                <a:gd name="T0" fmla="*/ 63 w 120"/>
                <a:gd name="T1" fmla="*/ 21 h 123"/>
                <a:gd name="T2" fmla="*/ 60 w 120"/>
                <a:gd name="T3" fmla="*/ 18 h 123"/>
                <a:gd name="T4" fmla="*/ 10 w 120"/>
                <a:gd name="T5" fmla="*/ 18 h 123"/>
                <a:gd name="T6" fmla="*/ 10 w 120"/>
                <a:gd name="T7" fmla="*/ 4 h 123"/>
                <a:gd name="T8" fmla="*/ 67 w 120"/>
                <a:gd name="T9" fmla="*/ 4 h 123"/>
                <a:gd name="T10" fmla="*/ 76 w 120"/>
                <a:gd name="T11" fmla="*/ 5 h 123"/>
                <a:gd name="T12" fmla="*/ 81 w 120"/>
                <a:gd name="T13" fmla="*/ 7 h 123"/>
                <a:gd name="T14" fmla="*/ 83 w 120"/>
                <a:gd name="T15" fmla="*/ 12 h 123"/>
                <a:gd name="T16" fmla="*/ 83 w 120"/>
                <a:gd name="T17" fmla="*/ 20 h 123"/>
                <a:gd name="T18" fmla="*/ 81 w 120"/>
                <a:gd name="T19" fmla="*/ 46 h 123"/>
                <a:gd name="T20" fmla="*/ 92 w 120"/>
                <a:gd name="T21" fmla="*/ 46 h 123"/>
                <a:gd name="T22" fmla="*/ 92 w 120"/>
                <a:gd name="T23" fmla="*/ 57 h 123"/>
                <a:gd name="T24" fmla="*/ 84 w 120"/>
                <a:gd name="T25" fmla="*/ 59 h 123"/>
                <a:gd name="T26" fmla="*/ 73 w 120"/>
                <a:gd name="T27" fmla="*/ 60 h 123"/>
                <a:gd name="T28" fmla="*/ 53 w 120"/>
                <a:gd name="T29" fmla="*/ 60 h 123"/>
                <a:gd name="T30" fmla="*/ 53 w 120"/>
                <a:gd name="T31" fmla="*/ 81 h 123"/>
                <a:gd name="T32" fmla="*/ 32 w 120"/>
                <a:gd name="T33" fmla="*/ 81 h 123"/>
                <a:gd name="T34" fmla="*/ 32 w 120"/>
                <a:gd name="T35" fmla="*/ 60 h 123"/>
                <a:gd name="T36" fmla="*/ 0 w 120"/>
                <a:gd name="T37" fmla="*/ 60 h 123"/>
                <a:gd name="T38" fmla="*/ 0 w 120"/>
                <a:gd name="T39" fmla="*/ 46 h 123"/>
                <a:gd name="T40" fmla="*/ 62 w 120"/>
                <a:gd name="T41" fmla="*/ 46 h 123"/>
                <a:gd name="T42" fmla="*/ 63 w 120"/>
                <a:gd name="T43" fmla="*/ 21 h 123"/>
                <a:gd name="T44" fmla="*/ 20 w 120"/>
                <a:gd name="T45" fmla="*/ 98 h 123"/>
                <a:gd name="T46" fmla="*/ 19 w 120"/>
                <a:gd name="T47" fmla="*/ 94 h 123"/>
                <a:gd name="T48" fmla="*/ 17 w 120"/>
                <a:gd name="T49" fmla="*/ 91 h 123"/>
                <a:gd name="T50" fmla="*/ 17 w 120"/>
                <a:gd name="T51" fmla="*/ 88 h 123"/>
                <a:gd name="T52" fmla="*/ 18 w 120"/>
                <a:gd name="T53" fmla="*/ 87 h 123"/>
                <a:gd name="T54" fmla="*/ 41 w 120"/>
                <a:gd name="T55" fmla="*/ 87 h 123"/>
                <a:gd name="T56" fmla="*/ 41 w 120"/>
                <a:gd name="T57" fmla="*/ 104 h 123"/>
                <a:gd name="T58" fmla="*/ 42 w 120"/>
                <a:gd name="T59" fmla="*/ 107 h 123"/>
                <a:gd name="T60" fmla="*/ 45 w 120"/>
                <a:gd name="T61" fmla="*/ 108 h 123"/>
                <a:gd name="T62" fmla="*/ 120 w 120"/>
                <a:gd name="T63" fmla="*/ 108 h 123"/>
                <a:gd name="T64" fmla="*/ 120 w 120"/>
                <a:gd name="T65" fmla="*/ 123 h 123"/>
                <a:gd name="T66" fmla="*/ 36 w 120"/>
                <a:gd name="T67" fmla="*/ 123 h 123"/>
                <a:gd name="T68" fmla="*/ 24 w 120"/>
                <a:gd name="T69" fmla="*/ 118 h 123"/>
                <a:gd name="T70" fmla="*/ 20 w 120"/>
                <a:gd name="T71" fmla="*/ 108 h 123"/>
                <a:gd name="T72" fmla="*/ 20 w 120"/>
                <a:gd name="T73" fmla="*/ 98 h 123"/>
                <a:gd name="T74" fmla="*/ 98 w 120"/>
                <a:gd name="T75" fmla="*/ 91 h 123"/>
                <a:gd name="T76" fmla="*/ 98 w 120"/>
                <a:gd name="T77" fmla="*/ 80 h 123"/>
                <a:gd name="T78" fmla="*/ 68 w 120"/>
                <a:gd name="T79" fmla="*/ 80 h 123"/>
                <a:gd name="T80" fmla="*/ 68 w 120"/>
                <a:gd name="T81" fmla="*/ 67 h 123"/>
                <a:gd name="T82" fmla="*/ 98 w 120"/>
                <a:gd name="T83" fmla="*/ 67 h 123"/>
                <a:gd name="T84" fmla="*/ 98 w 120"/>
                <a:gd name="T85" fmla="*/ 14 h 123"/>
                <a:gd name="T86" fmla="*/ 98 w 120"/>
                <a:gd name="T87" fmla="*/ 8 h 123"/>
                <a:gd name="T88" fmla="*/ 95 w 120"/>
                <a:gd name="T89" fmla="*/ 4 h 123"/>
                <a:gd name="T90" fmla="*/ 94 w 120"/>
                <a:gd name="T91" fmla="*/ 1 h 123"/>
                <a:gd name="T92" fmla="*/ 97 w 120"/>
                <a:gd name="T93" fmla="*/ 0 h 123"/>
                <a:gd name="T94" fmla="*/ 119 w 120"/>
                <a:gd name="T95" fmla="*/ 0 h 123"/>
                <a:gd name="T96" fmla="*/ 119 w 120"/>
                <a:gd name="T97" fmla="*/ 91 h 123"/>
                <a:gd name="T98" fmla="*/ 98 w 120"/>
                <a:gd name="T99" fmla="*/ 91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0" h="123">
                  <a:moveTo>
                    <a:pt x="63" y="21"/>
                  </a:moveTo>
                  <a:cubicBezTo>
                    <a:pt x="63" y="19"/>
                    <a:pt x="62" y="18"/>
                    <a:pt x="60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71" y="4"/>
                    <a:pt x="74" y="4"/>
                    <a:pt x="76" y="5"/>
                  </a:cubicBezTo>
                  <a:cubicBezTo>
                    <a:pt x="78" y="5"/>
                    <a:pt x="80" y="6"/>
                    <a:pt x="81" y="7"/>
                  </a:cubicBezTo>
                  <a:cubicBezTo>
                    <a:pt x="82" y="8"/>
                    <a:pt x="83" y="10"/>
                    <a:pt x="83" y="12"/>
                  </a:cubicBezTo>
                  <a:cubicBezTo>
                    <a:pt x="83" y="14"/>
                    <a:pt x="83" y="17"/>
                    <a:pt x="83" y="20"/>
                  </a:cubicBezTo>
                  <a:cubicBezTo>
                    <a:pt x="81" y="46"/>
                    <a:pt x="81" y="46"/>
                    <a:pt x="81" y="46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57"/>
                    <a:pt x="92" y="57"/>
                    <a:pt x="92" y="57"/>
                  </a:cubicBezTo>
                  <a:cubicBezTo>
                    <a:pt x="90" y="58"/>
                    <a:pt x="88" y="59"/>
                    <a:pt x="84" y="59"/>
                  </a:cubicBezTo>
                  <a:cubicBezTo>
                    <a:pt x="81" y="60"/>
                    <a:pt x="77" y="60"/>
                    <a:pt x="73" y="60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81"/>
                    <a:pt x="53" y="81"/>
                    <a:pt x="53" y="81"/>
                  </a:cubicBezTo>
                  <a:cubicBezTo>
                    <a:pt x="32" y="81"/>
                    <a:pt x="32" y="81"/>
                    <a:pt x="32" y="81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62" y="46"/>
                    <a:pt x="62" y="46"/>
                    <a:pt x="62" y="46"/>
                  </a:cubicBezTo>
                  <a:lnTo>
                    <a:pt x="63" y="21"/>
                  </a:lnTo>
                  <a:close/>
                  <a:moveTo>
                    <a:pt x="20" y="98"/>
                  </a:moveTo>
                  <a:cubicBezTo>
                    <a:pt x="20" y="97"/>
                    <a:pt x="20" y="95"/>
                    <a:pt x="19" y="94"/>
                  </a:cubicBezTo>
                  <a:cubicBezTo>
                    <a:pt x="19" y="93"/>
                    <a:pt x="18" y="92"/>
                    <a:pt x="17" y="91"/>
                  </a:cubicBezTo>
                  <a:cubicBezTo>
                    <a:pt x="16" y="90"/>
                    <a:pt x="16" y="89"/>
                    <a:pt x="17" y="88"/>
                  </a:cubicBezTo>
                  <a:cubicBezTo>
                    <a:pt x="17" y="88"/>
                    <a:pt x="18" y="87"/>
                    <a:pt x="18" y="87"/>
                  </a:cubicBezTo>
                  <a:cubicBezTo>
                    <a:pt x="41" y="87"/>
                    <a:pt x="41" y="87"/>
                    <a:pt x="41" y="87"/>
                  </a:cubicBezTo>
                  <a:cubicBezTo>
                    <a:pt x="41" y="104"/>
                    <a:pt x="41" y="104"/>
                    <a:pt x="41" y="104"/>
                  </a:cubicBezTo>
                  <a:cubicBezTo>
                    <a:pt x="41" y="105"/>
                    <a:pt x="41" y="106"/>
                    <a:pt x="42" y="107"/>
                  </a:cubicBezTo>
                  <a:cubicBezTo>
                    <a:pt x="43" y="108"/>
                    <a:pt x="44" y="108"/>
                    <a:pt x="45" y="108"/>
                  </a:cubicBezTo>
                  <a:cubicBezTo>
                    <a:pt x="120" y="108"/>
                    <a:pt x="120" y="108"/>
                    <a:pt x="120" y="108"/>
                  </a:cubicBezTo>
                  <a:cubicBezTo>
                    <a:pt x="120" y="123"/>
                    <a:pt x="120" y="123"/>
                    <a:pt x="120" y="123"/>
                  </a:cubicBezTo>
                  <a:cubicBezTo>
                    <a:pt x="36" y="123"/>
                    <a:pt x="36" y="123"/>
                    <a:pt x="36" y="123"/>
                  </a:cubicBezTo>
                  <a:cubicBezTo>
                    <a:pt x="31" y="123"/>
                    <a:pt x="27" y="121"/>
                    <a:pt x="24" y="118"/>
                  </a:cubicBezTo>
                  <a:cubicBezTo>
                    <a:pt x="21" y="116"/>
                    <a:pt x="20" y="112"/>
                    <a:pt x="20" y="108"/>
                  </a:cubicBezTo>
                  <a:lnTo>
                    <a:pt x="20" y="98"/>
                  </a:lnTo>
                  <a:close/>
                  <a:moveTo>
                    <a:pt x="98" y="91"/>
                  </a:moveTo>
                  <a:cubicBezTo>
                    <a:pt x="98" y="80"/>
                    <a:pt x="98" y="80"/>
                    <a:pt x="98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67"/>
                    <a:pt x="68" y="67"/>
                    <a:pt x="68" y="67"/>
                  </a:cubicBezTo>
                  <a:cubicBezTo>
                    <a:pt x="98" y="67"/>
                    <a:pt x="98" y="67"/>
                    <a:pt x="98" y="67"/>
                  </a:cubicBezTo>
                  <a:cubicBezTo>
                    <a:pt x="98" y="14"/>
                    <a:pt x="98" y="14"/>
                    <a:pt x="98" y="14"/>
                  </a:cubicBezTo>
                  <a:cubicBezTo>
                    <a:pt x="98" y="12"/>
                    <a:pt x="98" y="10"/>
                    <a:pt x="98" y="8"/>
                  </a:cubicBezTo>
                  <a:cubicBezTo>
                    <a:pt x="97" y="7"/>
                    <a:pt x="96" y="5"/>
                    <a:pt x="95" y="4"/>
                  </a:cubicBezTo>
                  <a:cubicBezTo>
                    <a:pt x="94" y="3"/>
                    <a:pt x="94" y="2"/>
                    <a:pt x="94" y="1"/>
                  </a:cubicBezTo>
                  <a:cubicBezTo>
                    <a:pt x="95" y="1"/>
                    <a:pt x="96" y="0"/>
                    <a:pt x="97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91"/>
                    <a:pt x="119" y="91"/>
                    <a:pt x="119" y="91"/>
                  </a:cubicBezTo>
                  <a:lnTo>
                    <a:pt x="98" y="91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0198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</p:sldLayoutIdLst>
  <p:hf sldNum="0" hdr="0" ftr="0"/>
  <p:txStyles>
    <p:titleStyle>
      <a:lvl1pPr algn="l" defTabSz="736514" rtl="0" eaLnBrk="1" latinLnBrk="1" hangingPunct="1">
        <a:lnSpc>
          <a:spcPct val="90000"/>
        </a:lnSpc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4129" indent="-184129" algn="l" defTabSz="736514" rtl="0" eaLnBrk="1" latinLnBrk="1" hangingPunct="1">
        <a:lnSpc>
          <a:spcPct val="90000"/>
        </a:lnSpc>
        <a:spcBef>
          <a:spcPts val="806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52386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20643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8900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657157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25414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93671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61928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30185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68257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36514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04771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473028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41285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09542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7799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46056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10">
          <p15:clr>
            <a:srgbClr val="F26B43"/>
          </p15:clr>
        </p15:guide>
        <p15:guide id="2" pos="1134">
          <p15:clr>
            <a:srgbClr val="F26B43"/>
          </p15:clr>
        </p15:guide>
        <p15:guide id="3" pos="6114">
          <p15:clr>
            <a:srgbClr val="F26B43"/>
          </p15:clr>
        </p15:guide>
        <p15:guide id="4" orient="horz" pos="1104">
          <p15:clr>
            <a:srgbClr val="F26B43"/>
          </p15:clr>
        </p15:guide>
        <p15:guide id="5" pos="102">
          <p15:clr>
            <a:srgbClr val="F26B43"/>
          </p15:clr>
        </p15:guide>
        <p15:guide id="6" orient="horz" pos="52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6">
            <a:extLst>
              <a:ext uri="{FF2B5EF4-FFF2-40B4-BE49-F238E27FC236}">
                <a16:creationId xmlns:a16="http://schemas.microsoft.com/office/drawing/2014/main" id="{69CF7BBC-B81B-4846-AB49-82E822BCB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1091" y="512485"/>
            <a:ext cx="766359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marL="90488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0" hangingPunct="1">
              <a:spcBef>
                <a:spcPts val="0"/>
              </a:spcBef>
            </a:pPr>
            <a:r>
              <a:rPr lang="en-US" altLang="ko-KR" sz="13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5.2.2 </a:t>
            </a:r>
            <a:r>
              <a:rPr lang="ko-KR" altLang="en-US" sz="13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투입인력 개인별 이력사항</a:t>
            </a:r>
          </a:p>
        </p:txBody>
      </p:sp>
      <p:sp>
        <p:nvSpPr>
          <p:cNvPr id="107" name="Text Box 185">
            <a:extLst>
              <a:ext uri="{FF2B5EF4-FFF2-40B4-BE49-F238E27FC236}">
                <a16:creationId xmlns:a16="http://schemas.microsoft.com/office/drawing/2014/main" id="{30A2C55F-E06A-4B48-8159-FF2DF01E6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089" y="2648483"/>
            <a:ext cx="1385029" cy="707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lvl="0" indent="0" eaLnBrk="1" latinLnBrk="0" hangingPunct="1">
              <a:lnSpc>
                <a:spcPts val="1300"/>
              </a:lnSpc>
              <a:spcAft>
                <a:spcPts val="200"/>
              </a:spcAft>
              <a:defRPr sz="9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  <a:lvl2pPr marL="742950" indent="-28575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2pPr>
            <a:lvl3pPr marL="11430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3pPr>
            <a:lvl4pPr marL="16002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4pPr>
            <a:lvl5pPr marL="20574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dirty="0"/>
              <a:t>5. </a:t>
            </a:r>
            <a:r>
              <a:rPr lang="ko-KR" altLang="en-US" dirty="0"/>
              <a:t>인력투입 계획</a:t>
            </a:r>
            <a:endParaRPr lang="en-US" altLang="ko-KR" dirty="0"/>
          </a:p>
          <a:p>
            <a:pPr>
              <a:defRPr/>
            </a:pPr>
            <a:r>
              <a:rPr lang="en-US" altLang="ko-KR" dirty="0"/>
              <a:t>5.2 </a:t>
            </a:r>
            <a:r>
              <a:rPr lang="ko-KR" altLang="en-US" dirty="0"/>
              <a:t>투입인원 이력사항</a:t>
            </a:r>
            <a:endParaRPr lang="en-US" altLang="ko-KR" b="1" dirty="0"/>
          </a:p>
          <a:p>
            <a:pPr>
              <a:defRPr/>
            </a:pPr>
            <a:r>
              <a:rPr lang="en-US" altLang="ko-KR" b="1" dirty="0"/>
              <a:t>5.2.2 </a:t>
            </a:r>
            <a:r>
              <a:rPr lang="ko-KR" altLang="en-US" b="1" dirty="0"/>
              <a:t>투입인력 개인별 이력사항</a:t>
            </a:r>
            <a:endParaRPr lang="en-US" altLang="ko-KR" dirty="0"/>
          </a:p>
        </p:txBody>
      </p:sp>
      <p:sp>
        <p:nvSpPr>
          <p:cNvPr id="141" name="Text Box 6">
            <a:extLst>
              <a:ext uri="{FF2B5EF4-FFF2-40B4-BE49-F238E27FC236}">
                <a16:creationId xmlns:a16="http://schemas.microsoft.com/office/drawing/2014/main" id="{14E6BDC2-5B59-432C-BDCB-C9EA8C5E9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0516" y="2933875"/>
            <a:ext cx="530556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marL="90488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0" hangingPunct="1">
              <a:spcBef>
                <a:spcPts val="0"/>
              </a:spcBef>
            </a:pPr>
            <a:r>
              <a:rPr lang="ko-KR" altLang="en-US" sz="9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투입인력 이력사항</a:t>
            </a:r>
          </a:p>
        </p:txBody>
      </p:sp>
      <p:graphicFrame>
        <p:nvGraphicFramePr>
          <p:cNvPr id="149" name="표 148">
            <a:extLst>
              <a:ext uri="{FF2B5EF4-FFF2-40B4-BE49-F238E27FC236}">
                <a16:creationId xmlns:a16="http://schemas.microsoft.com/office/drawing/2014/main" id="{076CE6CE-BCDA-4EB3-B341-A149F2122F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10069"/>
              </p:ext>
            </p:extLst>
          </p:nvPr>
        </p:nvGraphicFramePr>
        <p:xfrm>
          <a:off x="1798691" y="4226566"/>
          <a:ext cx="7907279" cy="2382680"/>
        </p:xfrm>
        <a:graphic>
          <a:graphicData uri="http://schemas.openxmlformats.org/drawingml/2006/table">
            <a:tbl>
              <a:tblPr firstRow="1" bandRow="1"/>
              <a:tblGrid>
                <a:gridCol w="1398566">
                  <a:extLst>
                    <a:ext uri="{9D8B030D-6E8A-4147-A177-3AD203B41FA5}">
                      <a16:colId xmlns:a16="http://schemas.microsoft.com/office/drawing/2014/main" val="2533684377"/>
                    </a:ext>
                  </a:extLst>
                </a:gridCol>
                <a:gridCol w="2151643">
                  <a:extLst>
                    <a:ext uri="{9D8B030D-6E8A-4147-A177-3AD203B41FA5}">
                      <a16:colId xmlns:a16="http://schemas.microsoft.com/office/drawing/2014/main" val="3728575464"/>
                    </a:ext>
                  </a:extLst>
                </a:gridCol>
                <a:gridCol w="1613731">
                  <a:extLst>
                    <a:ext uri="{9D8B030D-6E8A-4147-A177-3AD203B41FA5}">
                      <a16:colId xmlns:a16="http://schemas.microsoft.com/office/drawing/2014/main" val="1249378742"/>
                    </a:ext>
                  </a:extLst>
                </a:gridCol>
                <a:gridCol w="1042529">
                  <a:extLst>
                    <a:ext uri="{9D8B030D-6E8A-4147-A177-3AD203B41FA5}">
                      <a16:colId xmlns:a16="http://schemas.microsoft.com/office/drawing/2014/main" val="2140538473"/>
                    </a:ext>
                  </a:extLst>
                </a:gridCol>
                <a:gridCol w="786364">
                  <a:extLst>
                    <a:ext uri="{9D8B030D-6E8A-4147-A177-3AD203B41FA5}">
                      <a16:colId xmlns:a16="http://schemas.microsoft.com/office/drawing/2014/main" val="396329397"/>
                    </a:ext>
                  </a:extLst>
                </a:gridCol>
                <a:gridCol w="914446">
                  <a:extLst>
                    <a:ext uri="{9D8B030D-6E8A-4147-A177-3AD203B41FA5}">
                      <a16:colId xmlns:a16="http://schemas.microsoft.com/office/drawing/2014/main" val="41589087"/>
                    </a:ext>
                  </a:extLst>
                </a:gridCol>
              </a:tblGrid>
              <a:tr h="252000">
                <a:tc gridSpan="6"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개인이력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/>
                        <a:cs typeface="+mn-cs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808624"/>
                  </a:ext>
                </a:extLst>
              </a:tr>
              <a:tr h="25200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수행기간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년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.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~ 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년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.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월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)</a:t>
                      </a:r>
                      <a:endParaRPr kumimoji="1" lang="ko-KR" altLang="en-US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프로젝트명</a:t>
                      </a:r>
                      <a:endParaRPr kumimoji="1" lang="en-US" altLang="ko-K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고객사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사용언어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OS 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및 기타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역할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79171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2025.03~현재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NEXTRADE </a:t>
                      </a:r>
                      <a:r>
                        <a:rPr lang="ko-KR" alt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매매체결시스템</a:t>
                      </a:r>
                      <a:r>
                        <a:rPr lang="en-US" altLang="ko-KR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 </a:t>
                      </a:r>
                      <a:r>
                        <a:rPr lang="ko-KR" alt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운영</a:t>
                      </a:r>
                      <a:endParaRPr lang="af-ZA" altLang="ko-KR" sz="9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맑은 고딕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NEXTRADE</a:t>
                      </a:r>
                      <a:endParaRPr lang="ko-KR" dirty="0"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Python, Splunk </a:t>
                      </a:r>
                      <a:r>
                        <a:rPr sz="900" err="1"/>
                        <a:t>FortiNet</a:t>
                      </a:r>
                      <a:r>
                        <a:rPr lang="ko-KR" sz="900" dirty="0"/>
                        <a:t> </a:t>
                      </a:r>
                      <a:r>
                        <a:rPr lang="en-US" sz="900"/>
                        <a:t>,</a:t>
                      </a:r>
                      <a:r>
                        <a:rPr lang="ko-KR" sz="900" dirty="0"/>
                        <a:t> </a:t>
                      </a:r>
                      <a:r>
                        <a:rPr lang="en-US" sz="900" err="1"/>
                        <a:t>nextjs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Linux, Docker</a:t>
                      </a:r>
                      <a:r>
                        <a:rPr lang="ko-KR" sz="900" dirty="0"/>
                        <a:t/>
                      </a:r>
                      <a:br>
                        <a:rPr lang="ko-KR" sz="900" dirty="0"/>
                      </a:br>
                      <a:r>
                        <a:rPr lang="en-US" sz="900" dirty="0"/>
                        <a:t>k8s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보안운영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4494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2024.03~2025.02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NEXTRADE</a:t>
                      </a:r>
                      <a:r>
                        <a:rPr lang="en-US" altLang="ko-KR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 </a:t>
                      </a:r>
                      <a:r>
                        <a:rPr lang="ko-KR" alt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매매체결시스템</a:t>
                      </a:r>
                      <a:r>
                        <a:rPr lang="en-US" altLang="ko-KR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 </a:t>
                      </a:r>
                      <a:r>
                        <a:rPr lang="en-US" altLang="ko-KR" sz="9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구축</a:t>
                      </a:r>
                      <a:endParaRPr lang="ko-KR" altLang="en-US" sz="900" b="0" i="0" u="none" strike="noStrike" noProof="0" dirty="0" err="1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NEXTRADE</a:t>
                      </a:r>
                      <a:endParaRPr lang="ko-KR" dirty="0"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Python, </a:t>
                      </a:r>
                      <a:r>
                        <a:rPr sz="900" dirty="0" err="1"/>
                        <a:t>FortiManager</a:t>
                      </a:r>
                      <a:r>
                        <a:rPr sz="900" dirty="0"/>
                        <a:t> API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Linux</a:t>
                      </a:r>
                      <a:r>
                        <a:rPr lang="ko-KR" sz="900" dirty="0"/>
                        <a:t> </a:t>
                      </a:r>
                      <a:r>
                        <a:rPr lang="en-US" sz="900" dirty="0"/>
                        <a:t>,</a:t>
                      </a:r>
                      <a:endParaRPr lang="ko-KR" altLang="en-US" sz="900" dirty="0"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설계</a:t>
                      </a:r>
                      <a:r>
                        <a:rPr sz="900" dirty="0"/>
                        <a:t>/</a:t>
                      </a:r>
                      <a:r>
                        <a:rPr sz="900" dirty="0" err="1"/>
                        <a:t>구축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5932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2022.08~2024.03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AI투자서비스</a:t>
                      </a:r>
                      <a:r>
                        <a:rPr sz="900" dirty="0"/>
                        <a:t> </a:t>
                      </a:r>
                      <a:r>
                        <a:rPr lang="ko-KR" sz="900" dirty="0"/>
                        <a:t>정보보안팀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콴텍투자일임</a:t>
                      </a:r>
                      <a:endParaRPr lang="ko-KR" alt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Python,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Linux, </a:t>
                      </a:r>
                      <a:r>
                        <a:rPr lang="af-ZA" sz="900" dirty="0"/>
                        <a:t>Server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인프라운영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28195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2021.09~2022.04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국민대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차세대</a:t>
                      </a:r>
                      <a:r>
                        <a:rPr sz="900" dirty="0"/>
                        <a:t> </a:t>
                      </a:r>
                      <a:r>
                        <a:rPr lang="ko-KR" sz="900" dirty="0"/>
                        <a:t>정보보안 시스템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국민대학교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VMware NSX-T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Linux, vSphere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보안통합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83135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2019.12~2021.08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콜센터 원격근무 인프라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메타넷엠플랫폼</a:t>
                      </a:r>
                      <a:endParaRPr lang="ko-KR" alt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Ansible, Python, VPN, NAC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Linux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VPN/NAC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4299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2018.10~2019.10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KAI 인프라 운영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한국항공우주산업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Linux, Shell, Firewall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Linux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서버운영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369359"/>
                  </a:ext>
                </a:extLst>
              </a:tr>
            </a:tbl>
          </a:graphicData>
        </a:graphic>
      </p:graphicFrame>
      <p:graphicFrame>
        <p:nvGraphicFramePr>
          <p:cNvPr id="150" name="표 149">
            <a:extLst>
              <a:ext uri="{FF2B5EF4-FFF2-40B4-BE49-F238E27FC236}">
                <a16:creationId xmlns:a16="http://schemas.microsoft.com/office/drawing/2014/main" id="{EE467781-0FC0-4BBA-8AC9-7A3A3CC05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910313"/>
              </p:ext>
            </p:extLst>
          </p:nvPr>
        </p:nvGraphicFramePr>
        <p:xfrm>
          <a:off x="1798691" y="1176618"/>
          <a:ext cx="7907284" cy="1474080"/>
        </p:xfrm>
        <a:graphic>
          <a:graphicData uri="http://schemas.openxmlformats.org/drawingml/2006/table">
            <a:tbl>
              <a:tblPr/>
              <a:tblGrid>
                <a:gridCol w="823066">
                  <a:extLst>
                    <a:ext uri="{9D8B030D-6E8A-4147-A177-3AD203B41FA5}">
                      <a16:colId xmlns:a16="http://schemas.microsoft.com/office/drawing/2014/main" val="3195438518"/>
                    </a:ext>
                  </a:extLst>
                </a:gridCol>
                <a:gridCol w="1022942">
                  <a:extLst>
                    <a:ext uri="{9D8B030D-6E8A-4147-A177-3AD203B41FA5}">
                      <a16:colId xmlns:a16="http://schemas.microsoft.com/office/drawing/2014/main" val="359063505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3676417654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657969372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654708135"/>
                    </a:ext>
                  </a:extLst>
                </a:gridCol>
                <a:gridCol w="1122880">
                  <a:extLst>
                    <a:ext uri="{9D8B030D-6E8A-4147-A177-3AD203B41FA5}">
                      <a16:colId xmlns:a16="http://schemas.microsoft.com/office/drawing/2014/main" val="758523562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335462198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975433080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1451944991"/>
                    </a:ext>
                  </a:extLst>
                </a:gridCol>
              </a:tblGrid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성명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sz="900" dirty="0"/>
                        <a:t>이재철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 spc="-80" baseline="0" dirty="0"/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kumimoji="0" lang="ko-KR" altLang="en-US" sz="900" b="0" i="0" u="none" strike="noStrike" kern="1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생년월일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sz="900" dirty="0"/>
                        <a:t>비공개</a:t>
                      </a:r>
                      <a:endParaRPr lang="ko-KR" altLang="en-US" sz="1000" spc="-80" baseline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159717"/>
                  </a:ext>
                </a:extLst>
              </a:tr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spc="-80" baseline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Times New Roman" panose="02020603050405020304" pitchFamily="18" charset="0"/>
                        </a:rPr>
                        <a:t>소속회사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spc="-80" baseline="0" dirty="0" err="1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Times New Roman" panose="02020603050405020304" pitchFamily="18" charset="0"/>
                        </a:rPr>
                        <a:t>가온누리정보시스템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 kern="1200" spc="-80" baseline="0" dirty="0">
                        <a:solidFill>
                          <a:schemeClr val="dk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lnSpc>
                          <a:spcPts val="960"/>
                        </a:lnSpc>
                        <a:spcAft>
                          <a:spcPts val="600"/>
                        </a:spcAft>
                      </a:pPr>
                      <a:r>
                        <a:rPr kumimoji="0" lang="ko-KR" altLang="en-US" sz="9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입사일</a:t>
                      </a:r>
                      <a:endParaRPr lang="ko-KR" altLang="en-US" sz="900" kern="100" spc="-80" baseline="0" dirty="0">
                        <a:solidFill>
                          <a:schemeClr val="dk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736514" rtl="0" eaLnBrk="1" latinLnBrk="1" hangingPunct="1"/>
                      <a:endParaRPr lang="ko-KR" altLang="en-US" sz="900" kern="1200" spc="-80" baseline="0" dirty="0">
                        <a:solidFill>
                          <a:schemeClr val="dk1"/>
                        </a:solidFill>
                        <a:effectLst/>
                        <a:latin typeface="Calibri" panose="020F0502020204030204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577608"/>
                  </a:ext>
                </a:extLst>
              </a:tr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부 서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altLang="en-US" sz="90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spc="-80" baseline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Times New Roman" panose="02020603050405020304" pitchFamily="18" charset="0"/>
                        </a:rPr>
                        <a:t>직위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본 사업</a:t>
                      </a:r>
                    </a:p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참여기간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참여율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796310"/>
                  </a:ext>
                </a:extLst>
              </a:tr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최종학력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sz="900" dirty="0"/>
                        <a:t>한양사이버대학교 컴퓨터공학과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 err="1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졸업년월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sz="900" dirty="0"/>
                        <a:t>재학중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610973"/>
                  </a:ext>
                </a:extLst>
              </a:tr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기술등급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dirty="0" smtClean="0"/>
                        <a:t>중</a:t>
                      </a:r>
                      <a:r>
                        <a:rPr sz="900" dirty="0" smtClean="0"/>
                        <a:t>급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ts val="9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IT </a:t>
                      </a:r>
                      <a:r>
                        <a:rPr kumimoji="0" lang="ko-KR" altLang="en-US" sz="9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근무경력</a:t>
                      </a:r>
                      <a:endParaRPr kumimoji="0" lang="ko-KR" altLang="en-US" sz="9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8년 8개월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전문기술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en-US" sz="900" dirty="0" smtClean="0"/>
                        <a:t>SI</a:t>
                      </a:r>
                      <a:r>
                        <a:rPr lang="ko-KR" altLang="en-US" sz="900" dirty="0" smtClean="0"/>
                        <a:t>개발</a:t>
                      </a:r>
                      <a:r>
                        <a:rPr lang="en-US" altLang="ko-KR" sz="900" dirty="0" smtClean="0"/>
                        <a:t>, </a:t>
                      </a:r>
                      <a:r>
                        <a:rPr lang="ko-KR" altLang="en-US" sz="900" dirty="0" smtClean="0"/>
                        <a:t>금융보안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1554299"/>
                  </a:ext>
                </a:extLst>
              </a:tr>
            </a:tbl>
          </a:graphicData>
        </a:graphic>
      </p:graphicFrame>
      <p:graphicFrame>
        <p:nvGraphicFramePr>
          <p:cNvPr id="151" name="표 150">
            <a:extLst>
              <a:ext uri="{FF2B5EF4-FFF2-40B4-BE49-F238E27FC236}">
                <a16:creationId xmlns:a16="http://schemas.microsoft.com/office/drawing/2014/main" id="{28BE5FF6-F989-48E6-9A25-3FF0681C4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174180"/>
              </p:ext>
            </p:extLst>
          </p:nvPr>
        </p:nvGraphicFramePr>
        <p:xfrm>
          <a:off x="1798693" y="2936009"/>
          <a:ext cx="3863349" cy="1151195"/>
        </p:xfrm>
        <a:graphic>
          <a:graphicData uri="http://schemas.openxmlformats.org/drawingml/2006/table">
            <a:tbl>
              <a:tblPr firstRow="1" bandRow="1"/>
              <a:tblGrid>
                <a:gridCol w="1183246">
                  <a:extLst>
                    <a:ext uri="{9D8B030D-6E8A-4147-A177-3AD203B41FA5}">
                      <a16:colId xmlns:a16="http://schemas.microsoft.com/office/drawing/2014/main" val="2533684377"/>
                    </a:ext>
                  </a:extLst>
                </a:gridCol>
                <a:gridCol w="1134286">
                  <a:extLst>
                    <a:ext uri="{9D8B030D-6E8A-4147-A177-3AD203B41FA5}">
                      <a16:colId xmlns:a16="http://schemas.microsoft.com/office/drawing/2014/main" val="3728575464"/>
                    </a:ext>
                  </a:extLst>
                </a:gridCol>
                <a:gridCol w="1545817">
                  <a:extLst>
                    <a:ext uri="{9D8B030D-6E8A-4147-A177-3AD203B41FA5}">
                      <a16:colId xmlns:a16="http://schemas.microsoft.com/office/drawing/2014/main" val="1249378742"/>
                    </a:ext>
                  </a:extLst>
                </a:gridCol>
              </a:tblGrid>
              <a:tr h="255313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회사명</a:t>
                      </a:r>
                    </a:p>
                  </a:txBody>
                  <a:tcPr marL="24923" marR="24923" marT="24923" marB="249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noProof="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근무기간</a:t>
                      </a: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noProof="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담당업무</a:t>
                      </a: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791711"/>
                  </a:ext>
                </a:extLst>
              </a:tr>
              <a:tr h="167271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 smtClean="0"/>
                        <a:t>아이티센</a:t>
                      </a:r>
                      <a:r>
                        <a:rPr sz="900" dirty="0" smtClean="0"/>
                        <a:t> </a:t>
                      </a:r>
                      <a:r>
                        <a:rPr sz="900" dirty="0"/>
                        <a:t>CTS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2025.03~현재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NEXTRADE </a:t>
                      </a:r>
                      <a:r>
                        <a:rPr sz="900" dirty="0" err="1"/>
                        <a:t>매매체결시스템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운영</a:t>
                      </a:r>
                      <a:r>
                        <a:rPr lang="af-ZA" sz="900" dirty="0" smtClean="0"/>
                        <a:t>SM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449451"/>
                  </a:ext>
                </a:extLst>
              </a:tr>
              <a:tr h="167271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 smtClean="0"/>
                        <a:t>가온누리정보시스템</a:t>
                      </a:r>
                      <a:endParaRPr lang="ko-KR" alt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2024.03~2025.02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NEXTRADE </a:t>
                      </a:r>
                      <a:r>
                        <a:rPr lang="ko-KR" sz="900" dirty="0"/>
                        <a:t>매매체결 </a:t>
                      </a:r>
                      <a:r>
                        <a:rPr lang="ko-KR" altLang="en-US" sz="900" dirty="0"/>
                        <a:t>시스템 </a:t>
                      </a:r>
                      <a:r>
                        <a:rPr lang="ko-KR" altLang="en-US" sz="900" dirty="0" smtClean="0"/>
                        <a:t>구축</a:t>
                      </a:r>
                      <a:endParaRPr lang="ko-KR" altLang="en-US" sz="900" dirty="0"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831355"/>
                  </a:ext>
                </a:extLst>
              </a:tr>
              <a:tr h="167271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(주)</a:t>
                      </a:r>
                      <a:r>
                        <a:rPr sz="900" dirty="0" err="1"/>
                        <a:t>콴텍투자일임</a:t>
                      </a:r>
                      <a:endParaRPr lang="ko-KR" alt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2022.08~2024.03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AI 기반 주식투자 서비스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429904"/>
                  </a:ext>
                </a:extLst>
              </a:tr>
              <a:tr h="1672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 dirty="0"/>
                        <a:t>(주)</a:t>
                      </a:r>
                      <a:r>
                        <a:rPr sz="900" dirty="0" err="1"/>
                        <a:t>펀엔씨</a:t>
                      </a:r>
                      <a:endParaRPr lang="ko-KR" altLang="ko-KR" sz="900" kern="100" dirty="0" err="1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r>
                        <a:rPr sz="900" dirty="0"/>
                        <a:t>2022.05~2022.07</a:t>
                      </a:r>
                      <a:endParaRPr lang="ko-KR" sz="9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r>
                        <a:rPr sz="900" dirty="0"/>
                        <a:t>클라우드 인프라</a:t>
                      </a:r>
                      <a:endParaRPr lang="ko-KR" sz="9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</a:tbl>
          </a:graphicData>
        </a:graphic>
      </p:graphicFrame>
      <p:graphicFrame>
        <p:nvGraphicFramePr>
          <p:cNvPr id="166" name="표 165">
            <a:extLst>
              <a:ext uri="{FF2B5EF4-FFF2-40B4-BE49-F238E27FC236}">
                <a16:creationId xmlns:a16="http://schemas.microsoft.com/office/drawing/2014/main" id="{4409CB04-BD20-4BCD-AB86-2646DA9D2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425440"/>
              </p:ext>
            </p:extLst>
          </p:nvPr>
        </p:nvGraphicFramePr>
        <p:xfrm>
          <a:off x="5862320" y="2936009"/>
          <a:ext cx="3849048" cy="1177551"/>
        </p:xfrm>
        <a:graphic>
          <a:graphicData uri="http://schemas.openxmlformats.org/drawingml/2006/table">
            <a:tbl>
              <a:tblPr firstRow="1" bandRow="1"/>
              <a:tblGrid>
                <a:gridCol w="1924524">
                  <a:extLst>
                    <a:ext uri="{9D8B030D-6E8A-4147-A177-3AD203B41FA5}">
                      <a16:colId xmlns:a16="http://schemas.microsoft.com/office/drawing/2014/main" val="2533684377"/>
                    </a:ext>
                  </a:extLst>
                </a:gridCol>
                <a:gridCol w="1924524">
                  <a:extLst>
                    <a:ext uri="{9D8B030D-6E8A-4147-A177-3AD203B41FA5}">
                      <a16:colId xmlns:a16="http://schemas.microsoft.com/office/drawing/2014/main" val="1249378742"/>
                    </a:ext>
                  </a:extLst>
                </a:gridCol>
              </a:tblGrid>
              <a:tr h="309003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자격증명</a:t>
                      </a: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noProof="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취득일</a:t>
                      </a: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791711"/>
                  </a:ext>
                </a:extLst>
              </a:tr>
              <a:tr h="217137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CCNP</a:t>
                      </a:r>
                      <a:endParaRPr lang="ko-KR" altLang="en-US" sz="900" spc="-10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2020.08</a:t>
                      </a:r>
                      <a:endParaRPr lang="ko-KR" altLang="en-US" sz="900" kern="1200" spc="-100" baseline="0" noProof="0" dirty="0">
                        <a:solidFill>
                          <a:schemeClr val="dk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449451"/>
                  </a:ext>
                </a:extLst>
              </a:tr>
              <a:tr h="217137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RHCSA</a:t>
                      </a:r>
                      <a:endParaRPr lang="ko-KR" altLang="en-US" sz="900" spc="-100" baseline="0" dirty="0">
                        <a:latin typeface="KoPub돋움체 Medium" panose="00000600000000000000" pitchFamily="2" charset="-127"/>
                        <a:ea typeface="KoPub돋움체 Medium" panose="00000600000000000000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2019.01</a:t>
                      </a:r>
                      <a:endParaRPr lang="ko-KR" altLang="en-US" sz="900" kern="1200" spc="-100" baseline="0" noProof="0" dirty="0">
                        <a:solidFill>
                          <a:schemeClr val="dk1"/>
                        </a:solidFill>
                        <a:latin typeface="KoPub돋움체 Medium" panose="00000600000000000000" pitchFamily="2" charset="-127"/>
                        <a:ea typeface="KoPub돋움체 Medium" panose="00000600000000000000"/>
                        <a:cs typeface="+mn-cs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831355"/>
                  </a:ext>
                </a:extLst>
              </a:tr>
              <a:tr h="217137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CompTIA Linux+</a:t>
                      </a:r>
                      <a:endParaRPr lang="ko-KR" altLang="en-US" sz="900" spc="-10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2019.02</a:t>
                      </a:r>
                      <a:endParaRPr lang="ko-KR" altLang="en-US" sz="900" kern="1200" spc="-100" baseline="0" noProof="0" dirty="0">
                        <a:solidFill>
                          <a:schemeClr val="dk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429904"/>
                  </a:ext>
                </a:extLst>
              </a:tr>
              <a:tr h="217137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LPIC Level 1</a:t>
                      </a:r>
                      <a:endParaRPr lang="ko-KR" altLang="en-US" sz="900" spc="-10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2019.02</a:t>
                      </a:r>
                      <a:endParaRPr lang="ko-KR" altLang="en-US" sz="900" kern="1200" spc="-100" baseline="0" noProof="0" dirty="0">
                        <a:solidFill>
                          <a:schemeClr val="dk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</a:tbl>
          </a:graphicData>
        </a:graphic>
      </p:graphicFrame>
      <p:grpSp>
        <p:nvGrpSpPr>
          <p:cNvPr id="32" name="그룹 31">
            <a:extLst>
              <a:ext uri="{FF2B5EF4-FFF2-40B4-BE49-F238E27FC236}">
                <a16:creationId xmlns:a16="http://schemas.microsoft.com/office/drawing/2014/main" id="{8EA159CB-2F25-4283-BA70-11495C3F976C}"/>
              </a:ext>
            </a:extLst>
          </p:cNvPr>
          <p:cNvGrpSpPr/>
          <p:nvPr/>
        </p:nvGrpSpPr>
        <p:grpSpPr>
          <a:xfrm>
            <a:off x="1776412" y="954344"/>
            <a:ext cx="3104580" cy="184666"/>
            <a:chOff x="1776412" y="1459169"/>
            <a:chExt cx="3104580" cy="184666"/>
          </a:xfrm>
        </p:grpSpPr>
        <p:sp>
          <p:nvSpPr>
            <p:cNvPr id="33" name="Rectangle 40">
              <a:extLst>
                <a:ext uri="{FF2B5EF4-FFF2-40B4-BE49-F238E27FC236}">
                  <a16:creationId xmlns:a16="http://schemas.microsoft.com/office/drawing/2014/main" id="{B7192791-38CA-4303-8DE6-40C150FE8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264" y="1459169"/>
              <a:ext cx="276772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latinLnBrk="0"/>
              <a:r>
                <a:rPr lang="ko-KR" altLang="en-US" sz="1200" dirty="0">
                  <a:solidFill>
                    <a:srgbClr val="2F394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신상기록</a:t>
              </a: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B3996339-A789-4E11-890B-93AB80384CA1}"/>
                </a:ext>
              </a:extLst>
            </p:cNvPr>
            <p:cNvGrpSpPr/>
            <p:nvPr/>
          </p:nvGrpSpPr>
          <p:grpSpPr>
            <a:xfrm>
              <a:off x="1776412" y="1472377"/>
              <a:ext cx="284490" cy="158251"/>
              <a:chOff x="1776412" y="1472377"/>
              <a:chExt cx="284490" cy="158251"/>
            </a:xfrm>
          </p:grpSpPr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D5B96D67-E0F6-4799-AF58-5FB8E3C7041F}"/>
                  </a:ext>
                </a:extLst>
              </p:cNvPr>
              <p:cNvSpPr/>
              <p:nvPr/>
            </p:nvSpPr>
            <p:spPr>
              <a:xfrm>
                <a:off x="1802467" y="1472377"/>
                <a:ext cx="158251" cy="158251"/>
              </a:xfrm>
              <a:prstGeom prst="ellipse">
                <a:avLst/>
              </a:prstGeom>
              <a:pattFill prst="dkUpDiag">
                <a:fgClr>
                  <a:srgbClr val="548CF2"/>
                </a:fgClr>
                <a:bgClr>
                  <a:srgbClr val="1157D5"/>
                </a:bgClr>
              </a:patt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모서리가 둥근 직사각형 18">
                <a:extLst>
                  <a:ext uri="{FF2B5EF4-FFF2-40B4-BE49-F238E27FC236}">
                    <a16:creationId xmlns:a16="http://schemas.microsoft.com/office/drawing/2014/main" id="{CC197357-C3A3-45B4-BA5A-3848C778BE9C}"/>
                  </a:ext>
                </a:extLst>
              </p:cNvPr>
              <p:cNvSpPr/>
              <p:nvPr/>
            </p:nvSpPr>
            <p:spPr>
              <a:xfrm>
                <a:off x="1776412" y="1536673"/>
                <a:ext cx="210362" cy="2965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자유형 19">
                <a:extLst>
                  <a:ext uri="{FF2B5EF4-FFF2-40B4-BE49-F238E27FC236}">
                    <a16:creationId xmlns:a16="http://schemas.microsoft.com/office/drawing/2014/main" id="{3C999FA5-010E-4076-955F-70FC72D78C90}"/>
                  </a:ext>
                </a:extLst>
              </p:cNvPr>
              <p:cNvSpPr/>
              <p:nvPr/>
            </p:nvSpPr>
            <p:spPr>
              <a:xfrm>
                <a:off x="1882775" y="1551502"/>
                <a:ext cx="141287" cy="0"/>
              </a:xfrm>
              <a:custGeom>
                <a:avLst/>
                <a:gdLst>
                  <a:gd name="connsiteX0" fmla="*/ 0 w 141287"/>
                  <a:gd name="connsiteY0" fmla="*/ 0 h 0"/>
                  <a:gd name="connsiteX1" fmla="*/ 141287 w 141287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1287">
                    <a:moveTo>
                      <a:pt x="0" y="0"/>
                    </a:moveTo>
                    <a:lnTo>
                      <a:pt x="141287" y="0"/>
                    </a:lnTo>
                  </a:path>
                </a:pathLst>
              </a:custGeom>
              <a:noFill/>
              <a:ln w="6350">
                <a:solidFill>
                  <a:srgbClr val="8AB1F6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40BFFCB5-41B7-4B9C-ABC2-CBD5144D6F86}"/>
                  </a:ext>
                </a:extLst>
              </p:cNvPr>
              <p:cNvSpPr/>
              <p:nvPr/>
            </p:nvSpPr>
            <p:spPr>
              <a:xfrm>
                <a:off x="1838970" y="1508879"/>
                <a:ext cx="85246" cy="85246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3228860E-D39B-49E3-9802-A711FAA471D0}"/>
                  </a:ext>
                </a:extLst>
              </p:cNvPr>
              <p:cNvSpPr/>
              <p:nvPr/>
            </p:nvSpPr>
            <p:spPr>
              <a:xfrm>
                <a:off x="2015183" y="1528643"/>
                <a:ext cx="45719" cy="45719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0F2167C-10B2-4756-BF1E-2CB1DE2F7F58}"/>
              </a:ext>
            </a:extLst>
          </p:cNvPr>
          <p:cNvGrpSpPr/>
          <p:nvPr/>
        </p:nvGrpSpPr>
        <p:grpSpPr>
          <a:xfrm>
            <a:off x="1776412" y="2668844"/>
            <a:ext cx="3104580" cy="184666"/>
            <a:chOff x="1776412" y="1459169"/>
            <a:chExt cx="3104580" cy="18466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E987F1E-31FC-43C0-AACE-194128C0A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264" y="1459169"/>
              <a:ext cx="276772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latinLnBrk="0"/>
              <a:r>
                <a:rPr lang="ko-KR" altLang="en-US" sz="1200" dirty="0">
                  <a:solidFill>
                    <a:srgbClr val="2F394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경력</a:t>
              </a:r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8C993416-5ED1-4721-97EF-21755051768A}"/>
                </a:ext>
              </a:extLst>
            </p:cNvPr>
            <p:cNvGrpSpPr/>
            <p:nvPr/>
          </p:nvGrpSpPr>
          <p:grpSpPr>
            <a:xfrm>
              <a:off x="1776412" y="1472377"/>
              <a:ext cx="284490" cy="158251"/>
              <a:chOff x="1776412" y="1472377"/>
              <a:chExt cx="284490" cy="158251"/>
            </a:xfrm>
          </p:grpSpPr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2B727003-65E9-4135-98A9-4D62CD72C783}"/>
                  </a:ext>
                </a:extLst>
              </p:cNvPr>
              <p:cNvSpPr/>
              <p:nvPr/>
            </p:nvSpPr>
            <p:spPr>
              <a:xfrm>
                <a:off x="1802467" y="1472377"/>
                <a:ext cx="158251" cy="158251"/>
              </a:xfrm>
              <a:prstGeom prst="ellipse">
                <a:avLst/>
              </a:prstGeom>
              <a:pattFill prst="dkUpDiag">
                <a:fgClr>
                  <a:srgbClr val="548CF2"/>
                </a:fgClr>
                <a:bgClr>
                  <a:srgbClr val="1157D5"/>
                </a:bgClr>
              </a:patt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모서리가 둥근 직사각형 18">
                <a:extLst>
                  <a:ext uri="{FF2B5EF4-FFF2-40B4-BE49-F238E27FC236}">
                    <a16:creationId xmlns:a16="http://schemas.microsoft.com/office/drawing/2014/main" id="{AC652A3C-B253-4912-B2AB-63C8F54CF4A1}"/>
                  </a:ext>
                </a:extLst>
              </p:cNvPr>
              <p:cNvSpPr/>
              <p:nvPr/>
            </p:nvSpPr>
            <p:spPr>
              <a:xfrm>
                <a:off x="1776412" y="1536673"/>
                <a:ext cx="210362" cy="2965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자유형 19">
                <a:extLst>
                  <a:ext uri="{FF2B5EF4-FFF2-40B4-BE49-F238E27FC236}">
                    <a16:creationId xmlns:a16="http://schemas.microsoft.com/office/drawing/2014/main" id="{63296E61-F688-4A2B-86DD-D8189EAB60B1}"/>
                  </a:ext>
                </a:extLst>
              </p:cNvPr>
              <p:cNvSpPr/>
              <p:nvPr/>
            </p:nvSpPr>
            <p:spPr>
              <a:xfrm>
                <a:off x="1882775" y="1551502"/>
                <a:ext cx="141287" cy="0"/>
              </a:xfrm>
              <a:custGeom>
                <a:avLst/>
                <a:gdLst>
                  <a:gd name="connsiteX0" fmla="*/ 0 w 141287"/>
                  <a:gd name="connsiteY0" fmla="*/ 0 h 0"/>
                  <a:gd name="connsiteX1" fmla="*/ 141287 w 141287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1287">
                    <a:moveTo>
                      <a:pt x="0" y="0"/>
                    </a:moveTo>
                    <a:lnTo>
                      <a:pt x="141287" y="0"/>
                    </a:lnTo>
                  </a:path>
                </a:pathLst>
              </a:custGeom>
              <a:noFill/>
              <a:ln w="6350">
                <a:solidFill>
                  <a:srgbClr val="8AB1F6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B7C0B7A4-C1F3-422F-99DB-E6FA918E5962}"/>
                  </a:ext>
                </a:extLst>
              </p:cNvPr>
              <p:cNvSpPr/>
              <p:nvPr/>
            </p:nvSpPr>
            <p:spPr>
              <a:xfrm>
                <a:off x="1838970" y="1508879"/>
                <a:ext cx="85246" cy="85246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D03C1A8F-10E9-4185-9774-625660ADEF73}"/>
                  </a:ext>
                </a:extLst>
              </p:cNvPr>
              <p:cNvSpPr/>
              <p:nvPr/>
            </p:nvSpPr>
            <p:spPr>
              <a:xfrm>
                <a:off x="2015183" y="1528643"/>
                <a:ext cx="45719" cy="45719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314927E-31B8-4925-A058-B1C66262780A}"/>
              </a:ext>
            </a:extLst>
          </p:cNvPr>
          <p:cNvGrpSpPr/>
          <p:nvPr/>
        </p:nvGrpSpPr>
        <p:grpSpPr>
          <a:xfrm>
            <a:off x="5834062" y="2668844"/>
            <a:ext cx="3104580" cy="184666"/>
            <a:chOff x="1776412" y="1459169"/>
            <a:chExt cx="3104580" cy="184666"/>
          </a:xfrm>
        </p:grpSpPr>
        <p:sp>
          <p:nvSpPr>
            <p:cNvPr id="49" name="Rectangle 40">
              <a:extLst>
                <a:ext uri="{FF2B5EF4-FFF2-40B4-BE49-F238E27FC236}">
                  <a16:creationId xmlns:a16="http://schemas.microsoft.com/office/drawing/2014/main" id="{14BC8634-DB92-4EFB-96E7-7F6CC2479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264" y="1459169"/>
              <a:ext cx="276772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latinLnBrk="0"/>
              <a:r>
                <a:rPr lang="ko-KR" altLang="en-US" sz="1200" dirty="0">
                  <a:solidFill>
                    <a:srgbClr val="2F394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자격증</a:t>
              </a: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45CA3806-5B04-4E67-B87A-099532A37C52}"/>
                </a:ext>
              </a:extLst>
            </p:cNvPr>
            <p:cNvGrpSpPr/>
            <p:nvPr/>
          </p:nvGrpSpPr>
          <p:grpSpPr>
            <a:xfrm>
              <a:off x="1776412" y="1472377"/>
              <a:ext cx="284490" cy="158251"/>
              <a:chOff x="1776412" y="1472377"/>
              <a:chExt cx="284490" cy="158251"/>
            </a:xfrm>
          </p:grpSpPr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04E8A294-5494-400E-89EE-3BAAF43BDC9F}"/>
                  </a:ext>
                </a:extLst>
              </p:cNvPr>
              <p:cNvSpPr/>
              <p:nvPr/>
            </p:nvSpPr>
            <p:spPr>
              <a:xfrm>
                <a:off x="1802467" y="1472377"/>
                <a:ext cx="158251" cy="158251"/>
              </a:xfrm>
              <a:prstGeom prst="ellipse">
                <a:avLst/>
              </a:prstGeom>
              <a:pattFill prst="dkUpDiag">
                <a:fgClr>
                  <a:srgbClr val="548CF2"/>
                </a:fgClr>
                <a:bgClr>
                  <a:srgbClr val="1157D5"/>
                </a:bgClr>
              </a:patt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모서리가 둥근 직사각형 18">
                <a:extLst>
                  <a:ext uri="{FF2B5EF4-FFF2-40B4-BE49-F238E27FC236}">
                    <a16:creationId xmlns:a16="http://schemas.microsoft.com/office/drawing/2014/main" id="{F22BAF82-DB18-462D-9D60-482F10620243}"/>
                  </a:ext>
                </a:extLst>
              </p:cNvPr>
              <p:cNvSpPr/>
              <p:nvPr/>
            </p:nvSpPr>
            <p:spPr>
              <a:xfrm>
                <a:off x="1776412" y="1536673"/>
                <a:ext cx="210362" cy="2965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자유형 19">
                <a:extLst>
                  <a:ext uri="{FF2B5EF4-FFF2-40B4-BE49-F238E27FC236}">
                    <a16:creationId xmlns:a16="http://schemas.microsoft.com/office/drawing/2014/main" id="{82DCC90E-F3B2-4DC8-BA26-3650E02E624C}"/>
                  </a:ext>
                </a:extLst>
              </p:cNvPr>
              <p:cNvSpPr/>
              <p:nvPr/>
            </p:nvSpPr>
            <p:spPr>
              <a:xfrm>
                <a:off x="1882775" y="1551502"/>
                <a:ext cx="141287" cy="0"/>
              </a:xfrm>
              <a:custGeom>
                <a:avLst/>
                <a:gdLst>
                  <a:gd name="connsiteX0" fmla="*/ 0 w 141287"/>
                  <a:gd name="connsiteY0" fmla="*/ 0 h 0"/>
                  <a:gd name="connsiteX1" fmla="*/ 141287 w 141287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1287">
                    <a:moveTo>
                      <a:pt x="0" y="0"/>
                    </a:moveTo>
                    <a:lnTo>
                      <a:pt x="141287" y="0"/>
                    </a:lnTo>
                  </a:path>
                </a:pathLst>
              </a:custGeom>
              <a:noFill/>
              <a:ln w="6350">
                <a:solidFill>
                  <a:srgbClr val="8AB1F6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73E7C6D3-8858-4F5E-B622-C3C9FE3B944A}"/>
                  </a:ext>
                </a:extLst>
              </p:cNvPr>
              <p:cNvSpPr/>
              <p:nvPr/>
            </p:nvSpPr>
            <p:spPr>
              <a:xfrm>
                <a:off x="1838970" y="1508879"/>
                <a:ext cx="85246" cy="85246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858B9053-2F10-4921-8FA6-F6426B8557B3}"/>
                  </a:ext>
                </a:extLst>
              </p:cNvPr>
              <p:cNvSpPr/>
              <p:nvPr/>
            </p:nvSpPr>
            <p:spPr>
              <a:xfrm>
                <a:off x="2015183" y="1528643"/>
                <a:ext cx="45719" cy="45719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39188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703F448-8F04-418F-B80E-551FBEF1B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722567"/>
              </p:ext>
            </p:extLst>
          </p:nvPr>
        </p:nvGraphicFramePr>
        <p:xfrm>
          <a:off x="1798691" y="836612"/>
          <a:ext cx="7907283" cy="2449331"/>
        </p:xfrm>
        <a:graphic>
          <a:graphicData uri="http://schemas.openxmlformats.org/drawingml/2006/table">
            <a:tbl>
              <a:tblPr firstRow="1" bandRow="1"/>
              <a:tblGrid>
                <a:gridCol w="1398567">
                  <a:extLst>
                    <a:ext uri="{9D8B030D-6E8A-4147-A177-3AD203B41FA5}">
                      <a16:colId xmlns:a16="http://schemas.microsoft.com/office/drawing/2014/main" val="2533684377"/>
                    </a:ext>
                  </a:extLst>
                </a:gridCol>
                <a:gridCol w="2151643">
                  <a:extLst>
                    <a:ext uri="{9D8B030D-6E8A-4147-A177-3AD203B41FA5}">
                      <a16:colId xmlns:a16="http://schemas.microsoft.com/office/drawing/2014/main" val="3728575464"/>
                    </a:ext>
                  </a:extLst>
                </a:gridCol>
                <a:gridCol w="684219">
                  <a:extLst>
                    <a:ext uri="{9D8B030D-6E8A-4147-A177-3AD203B41FA5}">
                      <a16:colId xmlns:a16="http://schemas.microsoft.com/office/drawing/2014/main" val="1249378742"/>
                    </a:ext>
                  </a:extLst>
                </a:gridCol>
                <a:gridCol w="1843960">
                  <a:extLst>
                    <a:ext uri="{9D8B030D-6E8A-4147-A177-3AD203B41FA5}">
                      <a16:colId xmlns:a16="http://schemas.microsoft.com/office/drawing/2014/main" val="2140538473"/>
                    </a:ext>
                  </a:extLst>
                </a:gridCol>
                <a:gridCol w="914447">
                  <a:extLst>
                    <a:ext uri="{9D8B030D-6E8A-4147-A177-3AD203B41FA5}">
                      <a16:colId xmlns:a16="http://schemas.microsoft.com/office/drawing/2014/main" val="396329397"/>
                    </a:ext>
                  </a:extLst>
                </a:gridCol>
                <a:gridCol w="914447">
                  <a:extLst>
                    <a:ext uri="{9D8B030D-6E8A-4147-A177-3AD203B41FA5}">
                      <a16:colId xmlns:a16="http://schemas.microsoft.com/office/drawing/2014/main" val="41589087"/>
                    </a:ext>
                  </a:extLst>
                </a:gridCol>
              </a:tblGrid>
              <a:tr h="216029">
                <a:tc gridSpan="6"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개인이력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/>
                        <a:cs typeface="+mn-cs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808624"/>
                  </a:ext>
                </a:extLst>
              </a:tr>
              <a:tr h="216029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수행기간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년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.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~ 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년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.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월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)</a:t>
                      </a:r>
                      <a:endParaRPr kumimoji="1" lang="ko-KR" altLang="en-US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프로젝트명</a:t>
                      </a:r>
                      <a:endParaRPr kumimoji="1" lang="en-US" altLang="ko-K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고객사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사용언어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OS 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및 기타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역할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791711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2024.09~현재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AI 기반 인프라 자동화 플랫폼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개인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Go, Python, n8n, Docker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dirty="0"/>
                        <a:t>K8S​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설계</a:t>
                      </a:r>
                      <a:r>
                        <a:rPr sz="900" dirty="0"/>
                        <a:t>/</a:t>
                      </a:r>
                      <a:r>
                        <a:rPr sz="900" dirty="0" err="1"/>
                        <a:t>개발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449451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2024~현재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보안 통합 관리 플랫폼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개인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Node.js, Cloudflare Workers, </a:t>
                      </a:r>
                      <a:endParaRPr lang="en-US" sz="900" dirty="0" smtClean="0"/>
                    </a:p>
                    <a:p>
                      <a:pPr algn="ctr" fontAlgn="ctr"/>
                      <a:r>
                        <a:rPr sz="900" dirty="0" smtClean="0"/>
                        <a:t>REST </a:t>
                      </a:r>
                      <a:r>
                        <a:rPr sz="900" dirty="0"/>
                        <a:t>API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900" dirty="0"/>
                        <a:t>K8S</a:t>
                      </a:r>
                      <a:endParaRPr lang="ko-KR" altLang="en-US" dirty="0"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설계</a:t>
                      </a:r>
                      <a:r>
                        <a:rPr sz="900" dirty="0"/>
                        <a:t>/</a:t>
                      </a:r>
                      <a:r>
                        <a:rPr sz="900" dirty="0" err="1"/>
                        <a:t>개발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831355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2024~현재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Full-Stack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Observability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Platform</a:t>
                      </a:r>
                      <a:endParaRPr lang="ko-KR" alt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5240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개인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Grafana, Prometheus, Loki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900" dirty="0"/>
                        <a:t>K8S</a:t>
                      </a:r>
                      <a:endParaRPr lang="ko-KR" altLang="en-US" dirty="0"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설계</a:t>
                      </a:r>
                      <a:r>
                        <a:rPr sz="900" dirty="0"/>
                        <a:t>/</a:t>
                      </a:r>
                      <a:r>
                        <a:rPr sz="900" dirty="0" err="1"/>
                        <a:t>개발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429904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5240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979462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5375112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995903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808746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649210"/>
                  </a:ext>
                </a:extLst>
              </a:tr>
            </a:tbl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9EAFF300-A17E-49DB-ADF1-6DDC96DE8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1091" y="512485"/>
            <a:ext cx="766359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marL="90488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0" hangingPunct="1">
              <a:spcBef>
                <a:spcPts val="0"/>
              </a:spcBef>
            </a:pPr>
            <a:r>
              <a:rPr lang="en-US" altLang="ko-KR" sz="13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5.2.2 </a:t>
            </a:r>
            <a:r>
              <a:rPr lang="ko-KR" altLang="en-US" sz="13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투입인력 개인별 이력사항</a:t>
            </a:r>
          </a:p>
        </p:txBody>
      </p:sp>
      <p:sp>
        <p:nvSpPr>
          <p:cNvPr id="5" name="Text Box 185">
            <a:extLst>
              <a:ext uri="{FF2B5EF4-FFF2-40B4-BE49-F238E27FC236}">
                <a16:creationId xmlns:a16="http://schemas.microsoft.com/office/drawing/2014/main" id="{966DCFA0-0EE7-47B8-8CD8-BC4B4667C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089" y="2648483"/>
            <a:ext cx="1385029" cy="707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lvl="0" indent="0" eaLnBrk="1" latinLnBrk="0" hangingPunct="1">
              <a:lnSpc>
                <a:spcPts val="1300"/>
              </a:lnSpc>
              <a:spcAft>
                <a:spcPts val="200"/>
              </a:spcAft>
              <a:defRPr sz="9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  <a:lvl2pPr marL="742950" indent="-28575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2pPr>
            <a:lvl3pPr marL="11430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3pPr>
            <a:lvl4pPr marL="16002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4pPr>
            <a:lvl5pPr marL="20574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dirty="0"/>
              <a:t>5. </a:t>
            </a:r>
            <a:r>
              <a:rPr lang="ko-KR" altLang="en-US" dirty="0"/>
              <a:t>인력투입 계획</a:t>
            </a:r>
            <a:endParaRPr lang="en-US" altLang="ko-KR" dirty="0"/>
          </a:p>
          <a:p>
            <a:pPr>
              <a:defRPr/>
            </a:pPr>
            <a:r>
              <a:rPr lang="en-US" altLang="ko-KR" dirty="0"/>
              <a:t>5.2 </a:t>
            </a:r>
            <a:r>
              <a:rPr lang="ko-KR" altLang="en-US" dirty="0"/>
              <a:t>투입인원 이력사항</a:t>
            </a:r>
            <a:endParaRPr lang="en-US" altLang="ko-KR" b="1" dirty="0"/>
          </a:p>
          <a:p>
            <a:pPr>
              <a:defRPr/>
            </a:pPr>
            <a:r>
              <a:rPr lang="en-US" altLang="ko-KR" b="1" dirty="0"/>
              <a:t>5.2.2 </a:t>
            </a:r>
            <a:r>
              <a:rPr lang="ko-KR" altLang="en-US" b="1" dirty="0"/>
              <a:t>투입인력 개인별 이력사항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82662960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D5A82"/>
        </a:solidFill>
        <a:ln>
          <a:noFill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>
            <a:solidFill>
              <a:schemeClr val="tx1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43478</TotalTime>
  <Words>289</Words>
  <Application>Microsoft Office PowerPoint</Application>
  <PresentationFormat>A4 용지(210x297mm)</PresentationFormat>
  <Paragraphs>129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4" baseType="lpstr">
      <vt:lpstr>KoPub돋움체 Bold</vt:lpstr>
      <vt:lpstr>KoPub돋움체 Light</vt:lpstr>
      <vt:lpstr>KoPub돋움체 Medium</vt:lpstr>
      <vt:lpstr>KoPub바탕체 Medium</vt:lpstr>
      <vt:lpstr>굴림</vt:lpstr>
      <vt:lpstr>나눔고딕 ExtraBold</vt:lpstr>
      <vt:lpstr>맑은 고딕</vt:lpstr>
      <vt:lpstr>맑은 고딕</vt:lpstr>
      <vt:lpstr>Arial</vt:lpstr>
      <vt:lpstr>Calibri</vt:lpstr>
      <vt:lpstr>Times New Roman</vt:lpstr>
      <vt:lpstr>5_Office 테마</vt:lpstr>
      <vt:lpstr>PowerPoint 프레젠테이션</vt:lpstr>
      <vt:lpstr>PowerPoint 프레젠테이션</vt:lpstr>
    </vt:vector>
  </TitlesOfParts>
  <Company>LG CNS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LG CNS</dc:creator>
  <cp:lastModifiedBy>Chul Soo Park</cp:lastModifiedBy>
  <cp:revision>4678</cp:revision>
  <cp:lastPrinted>2021-02-05T09:17:57Z</cp:lastPrinted>
  <dcterms:created xsi:type="dcterms:W3CDTF">2005-03-08T07:07:48Z</dcterms:created>
  <dcterms:modified xsi:type="dcterms:W3CDTF">2026-01-15T04:44:28Z</dcterms:modified>
</cp:coreProperties>
</file>