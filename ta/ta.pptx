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30C0-9E68-DA50-6DDE-EB1B9EBC8DAA}" v="375" dt="2026-01-02T11:59:27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microsoft.com/office/2007/relationships/hdphoto" Target="../media/hdphoto1.wdp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0069"/>
              </p:ext>
            </p:extLst>
          </p:nvPr>
        </p:nvGraphicFramePr>
        <p:xfrm>
          <a:off x="1798691" y="4226566"/>
          <a:ext cx="7907279" cy="2382680"/>
        </p:xfrm>
        <a:graphic>
          <a:graphicData uri="http://schemas.openxmlformats.org/drawingml/2006/table">
            <a:tbl>
              <a:tblPr firstRow="1" bandRow="1"/>
              <a:tblGrid>
                <a:gridCol w="139856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1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042529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786364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6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운영</a:t>
                      </a:r>
                      <a:endParaRPr lang="af-ZA" altLang="ko-KR" sz="9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맑은 고딕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Splunk, Shell, Next.js</a:t>
                      </a:r>
                      <a:r>
                        <a:rPr sz="900" err="1"/>
                        <a:t/>
                      </a:r>
                      <a:r>
                        <a:rPr lang="ko-KR" sz="900" dirty="0"/>
                        <a:t/>
                      </a:r>
                      <a:r>
                        <a:rPr lang="en-US" sz="900"/>
                        <a:t/>
                      </a:r>
                      <a:r>
                        <a:rPr lang="ko-KR" sz="900" dirty="0"/>
                        <a:t/>
                      </a:r>
                      <a:r>
                        <a:rPr lang="en-US" sz="900" err="1"/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Docker, K8S</a:t>
                      </a:r>
                      <a:r>
                        <a:rPr lang="ko-KR" sz="900" dirty="0"/>
                        <a:t/>
                      </a:r>
                      <a:br>
                        <a:rPr lang="ko-KR" sz="900" dirty="0"/>
                      </a:br>
                      <a:r>
                        <a:rPr lang="en-US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TA/SM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altLang="ko-KR" sz="9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구축</a:t>
                      </a:r>
                      <a:endParaRPr lang="ko-KR" altLang="en-US" sz="9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Terraform, Ansible</a:t>
                      </a:r>
                      <a:r>
                        <a:rPr sz="900" dirty="0" err="1"/>
                        <a:t/>
                      </a:r>
                      <a:r>
                        <a:rPr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Linux, VMware</a:t>
                      </a:r>
                      <a:r>
                        <a:rPr lang="ko-KR" sz="900" dirty="0"/>
                        <a:t/>
                      </a:r>
                      <a:r>
                        <a:rPr lang="en-US" sz="900" dirty="0"/>
                        <a:t/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r>
                        <a:rPr sz="900" dirty="0"/>
                        <a:t/>
                      </a:r>
                      <a:r>
                        <a:rPr sz="900" dirty="0" err="1"/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AI투자서비스 IT인프라 운영</a:t>
                      </a:r>
                      <a:r>
                        <a:rPr sz="900" dirty="0"/>
                        <a:t/>
                      </a:r>
                      <a:r>
                        <a:rPr lang="ko-KR" sz="900" dirty="0"/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Docker,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AWS</a:t>
                      </a:r>
                      <a:r>
                        <a:rPr lang="af-ZA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TA/운영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2021.09~2022.04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 차세대 IT인프라 구축</a:t>
                      </a:r>
                      <a:r>
                        <a:rPr sz="900" dirty="0"/>
                        <a:t/>
                      </a:r>
                      <a:r>
                        <a:rPr sz="900" dirty="0" err="1"/>
                        <a:t/>
                      </a:r>
                      <a:r>
                        <a:rPr sz="900" dirty="0"/>
                        <a:t/>
                      </a:r>
                      <a:r>
                        <a:rPr lang="ko-KR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국민대학교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VMware NSX-T, vSphere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VMware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2019.12~2021.08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콜센터 원격근무 인프라 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메타넷엠플랫폼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Ansible, Python,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Network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2018.10~2019.10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KAI 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한국항공우주산업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Shell, Python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10313"/>
              </p:ext>
            </p:extLst>
          </p:nvPr>
        </p:nvGraphicFramePr>
        <p:xfrm>
          <a:off x="1798691" y="1176618"/>
          <a:ext cx="7907284" cy="1474080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이재철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900" b="0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sz="900" dirty="0"/>
                        <a:t>비공개</a:t>
                      </a:r>
                      <a:endParaRPr lang="ko-KR" altLang="en-US" sz="10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아이티센 CTS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736514" rtl="0" eaLnBrk="1" latinLnBrk="1" hangingPunct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한양사이버대학교 컴퓨터공학과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 err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재학중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중</a:t>
                      </a:r>
                      <a:r>
                        <a:rPr sz="900" dirty="0" smtClean="0"/>
                        <a:t>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7년 4개월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/>
                        <a:t>TA, 인프라설계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74180"/>
              </p:ext>
            </p:extLst>
          </p:nvPr>
        </p:nvGraphicFramePr>
        <p:xfrm>
          <a:off x="1798693" y="2936009"/>
          <a:ext cx="3863349" cy="1011600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180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err="1" smtClean="0"/>
                        <a:t>아이티센</a:t>
                      </a:r>
                      <a:r>
                        <a:rPr sz="700" dirty="0" smtClean="0"/>
                        <a:t> </a:t>
                      </a:r>
                      <a:r>
                        <a:rPr sz="700" dirty="0"/>
                        <a:t>CTS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NEXTRADE </a:t>
                      </a:r>
                      <a:r>
                        <a:rPr sz="700" dirty="0" err="1"/>
                        <a:t>매매체결시스템</a:t>
                      </a:r>
                      <a:r>
                        <a:rPr sz="700" dirty="0"/>
                        <a:t> </a:t>
                      </a:r>
                      <a:r>
                        <a:rPr sz="700" dirty="0" err="1"/>
                        <a:t>운영</a:t>
                      </a:r>
                      <a:r>
                        <a:rPr lang="af-ZA" sz="700" dirty="0" smtClean="0"/>
                        <a:t>SM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err="1" smtClean="0"/>
                        <a:t>가온누리정보시스템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NEXTRADE </a:t>
                      </a:r>
                      <a:r>
                        <a:rPr lang="ko-KR" sz="700" dirty="0"/>
                        <a:t>매매체결 </a:t>
                      </a:r>
                      <a:r>
                        <a:rPr lang="ko-KR" altLang="en-US" sz="700" dirty="0"/>
                        <a:t>시스템 </a:t>
                      </a:r>
                      <a:r>
                        <a:rPr lang="ko-KR" altLang="en-US" sz="700" dirty="0" smtClean="0"/>
                        <a:t>구축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(주)</a:t>
                      </a:r>
                      <a:r>
                        <a:rPr sz="7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AI투자서비스 IT인프라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(주)</a:t>
                      </a:r>
                      <a:r>
                        <a:rPr sz="700" dirty="0" err="1"/>
                        <a:t>펀엔씨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2022.05~2022.07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클라우드 인프라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국민대학교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2021.09~2022.04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IT인프라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메타넷엠플랫폼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2019.12~2021.08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원격근무 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한국항공우주산업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2018.10~2019.10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서버/인프라 운영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25440"/>
              </p:ext>
            </p:extLst>
          </p:nvPr>
        </p:nvGraphicFramePr>
        <p:xfrm>
          <a:off x="5862320" y="2936009"/>
          <a:ext cx="3849048" cy="1177551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30900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CCNP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2020.08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RHCSA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2019.01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CompTIA Linux+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LPIC Level 1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22567"/>
              </p:ext>
            </p:extLst>
          </p:nvPr>
        </p:nvGraphicFramePr>
        <p:xfrm>
          <a:off x="1798691" y="836612"/>
          <a:ext cx="7907283" cy="2449331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843960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16029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2024.01~현재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프라이빗 클라우드 IaC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Terraform, Bazel, Cloud-init,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dirty="0"/>
                        <a:t>Proxmox VE, LXC/KVM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2024.09~현재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인프라 자동화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Go, n8n, MCP, Docker</a:t>
                      </a:r>
                      <a:endParaRPr lang="en-US" sz="900" dirty="0" smtClean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Proxmox VE, Linux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2024.06~현재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Full-Stack Observability Platform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Grafana, Prometheus, ELK, GlitchTip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Proxmox VE, Docker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2024.03~현재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CI/CD 파이프라인 및 네트워크 자동화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개인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GitHub Actions, Traefik, Vault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Proxmox VE, Linux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TA/구축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43478</TotalTime>
  <Words>289</Words>
  <Application>Microsoft Office PowerPoint</Application>
  <PresentationFormat>A4 용지(210x297mm)</PresentationFormat>
  <Paragraphs>129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4678</cp:revision>
  <cp:lastPrinted>2021-02-05T09:17:57Z</cp:lastPrinted>
  <dcterms:created xsi:type="dcterms:W3CDTF">2005-03-08T07:07:48Z</dcterms:created>
  <dcterms:modified xsi:type="dcterms:W3CDTF">2026-01-15T04:44:28Z</dcterms:modified>
</cp:coreProperties>
</file>